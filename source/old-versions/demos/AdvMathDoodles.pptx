
<file path=[Content_Types].xml><?xml version="1.0" encoding="utf-8"?>
<Types xmlns="http://schemas.openxmlformats.org/package/2006/content-types"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41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slides/slide38.xml" ContentType="application/vnd.openxmlformats-officedocument.presentationml.slide+xml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Default Extension="jpeg" ContentType="image/jpeg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34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46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42.xml" ContentType="application/vnd.openxmlformats-officedocument.presentationml.slide+xml"/>
  <Override PartName="/ppt/slides/slide50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39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47.xml" ContentType="application/vnd.openxmlformats-officedocument.presentationml.slide+xml"/>
  <Override PartName="/ppt/slides/slide43.xml" ContentType="application/vnd.openxmlformats-officedocument.presentationml.slide+xml"/>
  <Override PartName="/ppt/slides/slide5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s/slide36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44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2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9.xml" ContentType="application/vnd.openxmlformats-officedocument.presentationml.slide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  <p:sldId id="276" r:id="rId23"/>
    <p:sldId id="277" r:id="rId24"/>
    <p:sldId id="280" r:id="rId25"/>
    <p:sldId id="278" r:id="rId26"/>
    <p:sldId id="281" r:id="rId27"/>
    <p:sldId id="282" r:id="rId28"/>
    <p:sldId id="283" r:id="rId29"/>
    <p:sldId id="284" r:id="rId30"/>
    <p:sldId id="285" r:id="rId31"/>
    <p:sldId id="288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>
    <p:restoredLeft sz="19115" autoAdjust="0"/>
    <p:restoredTop sz="85759" autoAdjust="0"/>
  </p:normalViewPr>
  <p:slideViewPr>
    <p:cSldViewPr snapToObjects="1">
      <p:cViewPr>
        <p:scale>
          <a:sx n="200" d="100"/>
          <a:sy n="200" d="100"/>
        </p:scale>
        <p:origin x="2120" y="3744"/>
      </p:cViewPr>
      <p:guideLst>
        <p:guide orient="horz" pos="4176"/>
        <p:guide pos="28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printerSettings" Target="printerSettings/printerSettings1.bin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FEE84-530C-E14D-B325-179E9ACB1FEB}" type="datetimeFigureOut">
              <a:rPr lang="en-US" smtClean="0"/>
              <a:pPr/>
              <a:t>9/15/15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8854-5B9B-4644-879A-CC54350124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FEE84-530C-E14D-B325-179E9ACB1FEB}" type="datetimeFigureOut">
              <a:rPr lang="en-US" smtClean="0"/>
              <a:pPr/>
              <a:t>9/15/15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8854-5B9B-4644-879A-CC54350124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FEE84-530C-E14D-B325-179E9ACB1FEB}" type="datetimeFigureOut">
              <a:rPr lang="en-US" smtClean="0"/>
              <a:pPr/>
              <a:t>9/15/15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8854-5B9B-4644-879A-CC54350124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FEE84-530C-E14D-B325-179E9ACB1FEB}" type="datetimeFigureOut">
              <a:rPr lang="en-US" smtClean="0"/>
              <a:pPr/>
              <a:t>9/15/15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8854-5B9B-4644-879A-CC54350124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FEE84-530C-E14D-B325-179E9ACB1FEB}" type="datetimeFigureOut">
              <a:rPr lang="en-US" smtClean="0"/>
              <a:pPr/>
              <a:t>9/15/15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8854-5B9B-4644-879A-CC54350124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FEE84-530C-E14D-B325-179E9ACB1FEB}" type="datetimeFigureOut">
              <a:rPr lang="en-US" smtClean="0"/>
              <a:pPr/>
              <a:t>9/15/15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8854-5B9B-4644-879A-CC54350124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FEE84-530C-E14D-B325-179E9ACB1FEB}" type="datetimeFigureOut">
              <a:rPr lang="en-US" smtClean="0"/>
              <a:pPr/>
              <a:t>9/15/15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8854-5B9B-4644-879A-CC54350124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FEE84-530C-E14D-B325-179E9ACB1FEB}" type="datetimeFigureOut">
              <a:rPr lang="en-US" smtClean="0"/>
              <a:pPr/>
              <a:t>9/15/15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8854-5B9B-4644-879A-CC54350124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FEE84-530C-E14D-B325-179E9ACB1FEB}" type="datetimeFigureOut">
              <a:rPr lang="en-US" smtClean="0"/>
              <a:pPr/>
              <a:t>9/15/15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8854-5B9B-4644-879A-CC54350124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FEE84-530C-E14D-B325-179E9ACB1FEB}" type="datetimeFigureOut">
              <a:rPr lang="en-US" smtClean="0"/>
              <a:pPr/>
              <a:t>9/15/15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8854-5B9B-4644-879A-CC54350124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FEE84-530C-E14D-B325-179E9ACB1FEB}" type="datetimeFigureOut">
              <a:rPr lang="en-US" smtClean="0"/>
              <a:pPr/>
              <a:t>9/15/15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8854-5B9B-4644-879A-CC54350124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FEE84-530C-E14D-B325-179E9ACB1FEB}" type="datetimeFigureOut">
              <a:rPr lang="en-US" smtClean="0"/>
              <a:pPr/>
              <a:t>9/15/15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68854-5B9B-4644-879A-CC543501244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2743200" y="4114800"/>
            <a:ext cx="3962400" cy="144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 flipH="1" flipV="1">
            <a:off x="1905000" y="3657600"/>
            <a:ext cx="2743200" cy="1066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43200" y="3883967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724400" y="5029200"/>
            <a:ext cx="37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2743200" y="4114800"/>
            <a:ext cx="3962400" cy="144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 flipH="1" flipV="1">
            <a:off x="1905000" y="3657600"/>
            <a:ext cx="2743200" cy="1066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0" y="3883967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724400" y="5029200"/>
            <a:ext cx="37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7068" y="2588567"/>
            <a:ext cx="72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a</a:t>
            </a:r>
            <a:r>
              <a:rPr lang="en-US" sz="2400" dirty="0" err="1" smtClean="0"/>
              <a:t>+</a:t>
            </a:r>
            <a:r>
              <a:rPr lang="en-US" sz="2400" b="1" dirty="0" err="1" smtClean="0"/>
              <a:t>b</a:t>
            </a:r>
            <a:endParaRPr lang="en-US" sz="2400" b="1" dirty="0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2743201" y="1371600"/>
            <a:ext cx="5029199" cy="4191000"/>
          </a:xfrm>
          <a:prstGeom prst="straightConnector1">
            <a:avLst/>
          </a:prstGeom>
          <a:ln>
            <a:solidFill>
              <a:srgbClr val="0000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3810000" y="1371600"/>
            <a:ext cx="3962400" cy="144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 flipH="1" flipV="1">
            <a:off x="1905000" y="3657600"/>
            <a:ext cx="2743200" cy="1066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743201" y="4114800"/>
            <a:ext cx="3962400" cy="144780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 flipH="1" flipV="1">
            <a:off x="5867400" y="2209800"/>
            <a:ext cx="2743200" cy="106680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743201" y="1371600"/>
            <a:ext cx="5029199" cy="4191000"/>
          </a:xfrm>
          <a:prstGeom prst="straightConnector1">
            <a:avLst/>
          </a:prstGeom>
          <a:ln>
            <a:solidFill>
              <a:srgbClr val="0000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0" y="3883967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181600" y="1676400"/>
            <a:ext cx="37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7068" y="2588567"/>
            <a:ext cx="72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a</a:t>
            </a:r>
            <a:r>
              <a:rPr lang="en-US" sz="2400" dirty="0" err="1" smtClean="0"/>
              <a:t>+</a:t>
            </a:r>
            <a:r>
              <a:rPr lang="en-US" sz="2400" b="1" dirty="0" err="1" smtClean="0"/>
              <a:t>b</a:t>
            </a:r>
            <a:endParaRPr lang="en-US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/>
          <p:cNvCxnSpPr/>
          <p:nvPr/>
        </p:nvCxnSpPr>
        <p:spPr>
          <a:xfrm flipV="1">
            <a:off x="2743200" y="3505200"/>
            <a:ext cx="3962400" cy="144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 flipH="1" flipV="1">
            <a:off x="1905000" y="3048000"/>
            <a:ext cx="2743200" cy="1066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62400" y="2209800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5867400" y="3195935"/>
            <a:ext cx="37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30" name="Arc 29"/>
          <p:cNvSpPr/>
          <p:nvPr/>
        </p:nvSpPr>
        <p:spPr>
          <a:xfrm>
            <a:off x="2701627" y="4419600"/>
            <a:ext cx="574973" cy="60960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149363" y="4110335"/>
            <a:ext cx="351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θ</a:t>
            </a:r>
            <a:endParaRPr lang="en-US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2743200" y="3505200"/>
            <a:ext cx="3962400" cy="144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 flipH="1" flipV="1">
            <a:off x="1905000" y="3048000"/>
            <a:ext cx="2743200" cy="1066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62400" y="2209800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5867400" y="3195935"/>
            <a:ext cx="37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 rot="1324954">
            <a:off x="2452529" y="3054127"/>
            <a:ext cx="528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|a|</a:t>
            </a:r>
            <a:endParaRPr lang="en-US" sz="2400" b="1" dirty="0"/>
          </a:p>
        </p:txBody>
      </p:sp>
      <p:sp>
        <p:nvSpPr>
          <p:cNvPr id="11" name="Left Brace 10"/>
          <p:cNvSpPr/>
          <p:nvPr/>
        </p:nvSpPr>
        <p:spPr>
          <a:xfrm rot="1275180">
            <a:off x="2911251" y="2060547"/>
            <a:ext cx="213052" cy="2848806"/>
          </a:xfrm>
          <a:prstGeom prst="leftBrace">
            <a:avLst>
              <a:gd name="adj1" fmla="val 5565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/>
          <p:cNvSpPr/>
          <p:nvPr/>
        </p:nvSpPr>
        <p:spPr>
          <a:xfrm>
            <a:off x="2701627" y="4419600"/>
            <a:ext cx="574973" cy="60960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149363" y="4110335"/>
            <a:ext cx="351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θ</a:t>
            </a:r>
            <a:endParaRPr lang="en-US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flipV="1">
            <a:off x="2743200" y="3505200"/>
            <a:ext cx="3962400" cy="144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rot="5400000" flipH="1" flipV="1">
            <a:off x="1905000" y="3048000"/>
            <a:ext cx="2743200" cy="1066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62400" y="2209800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867400" y="3195935"/>
            <a:ext cx="37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 rot="1324954">
            <a:off x="2452529" y="3054127"/>
            <a:ext cx="528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|a|</a:t>
            </a:r>
            <a:endParaRPr lang="en-US" sz="2400" b="1" dirty="0"/>
          </a:p>
        </p:txBody>
      </p:sp>
      <p:sp>
        <p:nvSpPr>
          <p:cNvPr id="11" name="Left Brace 10"/>
          <p:cNvSpPr/>
          <p:nvPr/>
        </p:nvSpPr>
        <p:spPr>
          <a:xfrm rot="1275180">
            <a:off x="2911251" y="2060547"/>
            <a:ext cx="213052" cy="2848806"/>
          </a:xfrm>
          <a:prstGeom prst="leftBrace">
            <a:avLst>
              <a:gd name="adj1" fmla="val 5565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/>
          <p:cNvSpPr/>
          <p:nvPr/>
        </p:nvSpPr>
        <p:spPr>
          <a:xfrm>
            <a:off x="2701627" y="4419600"/>
            <a:ext cx="574973" cy="60960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149363" y="4110335"/>
            <a:ext cx="351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θ</a:t>
            </a:r>
            <a:endParaRPr lang="en-US" sz="2400" b="1" dirty="0"/>
          </a:p>
        </p:txBody>
      </p:sp>
      <p:sp>
        <p:nvSpPr>
          <p:cNvPr id="15" name="Right Brace 14"/>
          <p:cNvSpPr/>
          <p:nvPr/>
        </p:nvSpPr>
        <p:spPr>
          <a:xfrm rot="4208553">
            <a:off x="3568617" y="3855408"/>
            <a:ext cx="212884" cy="183040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rot="16200000" flipH="1">
            <a:off x="3086100" y="2933700"/>
            <a:ext cx="2133600" cy="68579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20435959">
            <a:off x="3047302" y="4749135"/>
            <a:ext cx="1310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|a| cosθ</a:t>
            </a:r>
            <a:endParaRPr lang="en-US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flipV="1">
            <a:off x="2743200" y="3505200"/>
            <a:ext cx="3962400" cy="144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rot="5400000" flipH="1" flipV="1">
            <a:off x="1905000" y="3048000"/>
            <a:ext cx="2743200" cy="1066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62400" y="2209800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867400" y="3195935"/>
            <a:ext cx="37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 rot="1324954">
            <a:off x="2452529" y="3054127"/>
            <a:ext cx="528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|a|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 rot="20358085">
            <a:off x="4788403" y="4881997"/>
            <a:ext cx="544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|b|</a:t>
            </a:r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ight Brace 9"/>
          <p:cNvSpPr/>
          <p:nvPr/>
        </p:nvSpPr>
        <p:spPr>
          <a:xfrm rot="4220889">
            <a:off x="4823576" y="2820571"/>
            <a:ext cx="188027" cy="4153413"/>
          </a:xfrm>
          <a:prstGeom prst="rightBrace">
            <a:avLst>
              <a:gd name="adj1" fmla="val 73212"/>
              <a:gd name="adj2" fmla="val 4927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/>
          <p:cNvSpPr/>
          <p:nvPr/>
        </p:nvSpPr>
        <p:spPr>
          <a:xfrm rot="1275180">
            <a:off x="2911251" y="2060547"/>
            <a:ext cx="213052" cy="2848806"/>
          </a:xfrm>
          <a:prstGeom prst="leftBrace">
            <a:avLst>
              <a:gd name="adj1" fmla="val 5565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/>
          <p:cNvSpPr/>
          <p:nvPr/>
        </p:nvSpPr>
        <p:spPr>
          <a:xfrm>
            <a:off x="2701627" y="4419600"/>
            <a:ext cx="574973" cy="60960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149363" y="4110335"/>
            <a:ext cx="351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θ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 rot="20435959">
            <a:off x="3047302" y="4749135"/>
            <a:ext cx="1310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|a| cosθ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Right Brace 14"/>
          <p:cNvSpPr/>
          <p:nvPr/>
        </p:nvSpPr>
        <p:spPr>
          <a:xfrm rot="4208553">
            <a:off x="3568617" y="3855408"/>
            <a:ext cx="212884" cy="183040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rot="16200000" flipH="1">
            <a:off x="3086100" y="2933700"/>
            <a:ext cx="2133600" cy="68579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5638149" y="3238500"/>
            <a:ext cx="3582051" cy="2095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149" y="3276600"/>
            <a:ext cx="3582051" cy="209550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rot="16200000" flipV="1">
            <a:off x="1117600" y="2971800"/>
            <a:ext cx="2133600" cy="1524000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4038600" y="4571998"/>
            <a:ext cx="3810000" cy="1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66931" y="2401669"/>
            <a:ext cx="466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F</a:t>
            </a:r>
            <a:endParaRPr lang="en-US" sz="3600" b="1" dirty="0"/>
          </a:p>
        </p:txBody>
      </p:sp>
      <p:cxnSp>
        <p:nvCxnSpPr>
          <p:cNvPr id="22" name="Straight Connector 21"/>
          <p:cNvCxnSpPr/>
          <p:nvPr/>
        </p:nvCxnSpPr>
        <p:spPr>
          <a:xfrm rot="10800000">
            <a:off x="1422399" y="4800600"/>
            <a:ext cx="1524002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c 22"/>
          <p:cNvSpPr/>
          <p:nvPr/>
        </p:nvSpPr>
        <p:spPr>
          <a:xfrm rot="16200000">
            <a:off x="2075667" y="4514718"/>
            <a:ext cx="965850" cy="470814"/>
          </a:xfrm>
          <a:prstGeom prst="arc">
            <a:avLst>
              <a:gd name="adj1" fmla="val 16200000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rot="5400000" flipH="1" flipV="1">
            <a:off x="355597" y="3733801"/>
            <a:ext cx="2133603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34000" y="3925669"/>
            <a:ext cx="364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r</a:t>
            </a:r>
            <a:endParaRPr lang="en-US" sz="36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006363" y="4186535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θ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5638149" y="3238500"/>
            <a:ext cx="3582051" cy="2095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149" y="3276600"/>
            <a:ext cx="3582051" cy="209550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rot="16200000" flipV="1">
            <a:off x="1117600" y="2971800"/>
            <a:ext cx="2133600" cy="1524000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4038600" y="4571998"/>
            <a:ext cx="3810000" cy="1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34000" y="3925669"/>
            <a:ext cx="364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r</a:t>
            </a:r>
            <a:endParaRPr lang="en-US" sz="36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666931" y="2401669"/>
            <a:ext cx="466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F</a:t>
            </a:r>
            <a:endParaRPr lang="en-US" sz="3600" b="1" dirty="0"/>
          </a:p>
        </p:txBody>
      </p:sp>
      <p:cxnSp>
        <p:nvCxnSpPr>
          <p:cNvPr id="22" name="Straight Connector 21"/>
          <p:cNvCxnSpPr/>
          <p:nvPr/>
        </p:nvCxnSpPr>
        <p:spPr>
          <a:xfrm rot="10800000">
            <a:off x="1422399" y="4800600"/>
            <a:ext cx="1524002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c 22"/>
          <p:cNvSpPr/>
          <p:nvPr/>
        </p:nvSpPr>
        <p:spPr>
          <a:xfrm rot="16200000">
            <a:off x="2075667" y="4514718"/>
            <a:ext cx="965850" cy="470814"/>
          </a:xfrm>
          <a:prstGeom prst="arc">
            <a:avLst>
              <a:gd name="adj1" fmla="val 16200000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rot="5400000" flipH="1" flipV="1">
            <a:off x="355597" y="3733801"/>
            <a:ext cx="2133603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Brace 12"/>
          <p:cNvSpPr/>
          <p:nvPr/>
        </p:nvSpPr>
        <p:spPr>
          <a:xfrm rot="5400000">
            <a:off x="2027265" y="4237065"/>
            <a:ext cx="238070" cy="1498600"/>
          </a:xfrm>
          <a:prstGeom prst="rightBrace">
            <a:avLst>
              <a:gd name="adj1" fmla="val 59521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/>
          <p:cNvSpPr/>
          <p:nvPr/>
        </p:nvSpPr>
        <p:spPr>
          <a:xfrm rot="5400000">
            <a:off x="5824565" y="3014635"/>
            <a:ext cx="238070" cy="3810001"/>
          </a:xfrm>
          <a:prstGeom prst="rightBrace">
            <a:avLst>
              <a:gd name="adj1" fmla="val 59521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715000" y="5029200"/>
            <a:ext cx="464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|</a:t>
            </a:r>
            <a:r>
              <a:rPr lang="en-US" sz="2400" b="1" dirty="0" smtClean="0"/>
              <a:t>r</a:t>
            </a:r>
            <a:r>
              <a:rPr lang="en-US" sz="2400" dirty="0" smtClean="0"/>
              <a:t>|</a:t>
            </a:r>
            <a:endParaRPr lang="en-US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2006363" y="4186535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θ</a:t>
            </a:r>
            <a:endParaRPr lang="en-US" sz="2400" dirty="0"/>
          </a:p>
        </p:txBody>
      </p:sp>
      <p:sp>
        <p:nvSpPr>
          <p:cNvPr id="34" name="TextBox 33"/>
          <p:cNvSpPr txBox="1"/>
          <p:nvPr/>
        </p:nvSpPr>
        <p:spPr>
          <a:xfrm>
            <a:off x="1560514" y="5029200"/>
            <a:ext cx="1182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|</a:t>
            </a:r>
            <a:r>
              <a:rPr lang="en-US" sz="2400" b="1" dirty="0" smtClean="0"/>
              <a:t>F</a:t>
            </a:r>
            <a:r>
              <a:rPr lang="en-US" sz="2400" dirty="0" smtClean="0"/>
              <a:t>|cosθ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5638149" y="3238500"/>
            <a:ext cx="3582051" cy="2095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149" y="3276600"/>
            <a:ext cx="3582051" cy="209550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rot="16200000" flipV="1">
            <a:off x="1117600" y="2971800"/>
            <a:ext cx="2133600" cy="1524000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4038600" y="4571998"/>
            <a:ext cx="3810000" cy="1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34000" y="3925669"/>
            <a:ext cx="364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r</a:t>
            </a:r>
            <a:endParaRPr lang="en-US" sz="36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666931" y="2401669"/>
            <a:ext cx="466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F</a:t>
            </a:r>
            <a:endParaRPr lang="en-US" sz="3600" b="1" dirty="0"/>
          </a:p>
        </p:txBody>
      </p:sp>
      <p:cxnSp>
        <p:nvCxnSpPr>
          <p:cNvPr id="22" name="Straight Connector 21"/>
          <p:cNvCxnSpPr/>
          <p:nvPr/>
        </p:nvCxnSpPr>
        <p:spPr>
          <a:xfrm rot="10800000">
            <a:off x="1422399" y="4800600"/>
            <a:ext cx="1524002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c 22"/>
          <p:cNvSpPr/>
          <p:nvPr/>
        </p:nvSpPr>
        <p:spPr>
          <a:xfrm rot="16200000">
            <a:off x="2075667" y="4514718"/>
            <a:ext cx="965850" cy="470814"/>
          </a:xfrm>
          <a:prstGeom prst="arc">
            <a:avLst>
              <a:gd name="adj1" fmla="val 16200000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rot="5400000" flipH="1" flipV="1">
            <a:off x="355597" y="3733801"/>
            <a:ext cx="2133603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Brace 12"/>
          <p:cNvSpPr/>
          <p:nvPr/>
        </p:nvSpPr>
        <p:spPr>
          <a:xfrm rot="5400000">
            <a:off x="2027265" y="4237065"/>
            <a:ext cx="238070" cy="1498600"/>
          </a:xfrm>
          <a:prstGeom prst="rightBrace">
            <a:avLst>
              <a:gd name="adj1" fmla="val 59521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560514" y="5029200"/>
            <a:ext cx="1182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|</a:t>
            </a:r>
            <a:r>
              <a:rPr lang="en-US" sz="2400" b="1" dirty="0" smtClean="0"/>
              <a:t>F</a:t>
            </a:r>
            <a:r>
              <a:rPr lang="en-US" sz="2400" dirty="0" smtClean="0"/>
              <a:t>|cosθ</a:t>
            </a:r>
            <a:endParaRPr lang="en-US" sz="2400" dirty="0"/>
          </a:p>
        </p:txBody>
      </p:sp>
      <p:sp>
        <p:nvSpPr>
          <p:cNvPr id="18" name="Right Brace 17"/>
          <p:cNvSpPr/>
          <p:nvPr/>
        </p:nvSpPr>
        <p:spPr>
          <a:xfrm rot="5400000">
            <a:off x="5824565" y="3014635"/>
            <a:ext cx="238070" cy="3810001"/>
          </a:xfrm>
          <a:prstGeom prst="rightBrace">
            <a:avLst>
              <a:gd name="adj1" fmla="val 59521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715000" y="5029200"/>
            <a:ext cx="464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|</a:t>
            </a:r>
            <a:r>
              <a:rPr lang="en-US" sz="2400" b="1" dirty="0" smtClean="0"/>
              <a:t>r</a:t>
            </a:r>
            <a:r>
              <a:rPr lang="en-US" sz="2400" dirty="0" smtClean="0"/>
              <a:t>|</a:t>
            </a:r>
            <a:endParaRPr lang="en-US" sz="2400" dirty="0"/>
          </a:p>
        </p:txBody>
      </p:sp>
      <p:cxnSp>
        <p:nvCxnSpPr>
          <p:cNvPr id="28" name="Straight Arrow Connector 27"/>
          <p:cNvCxnSpPr/>
          <p:nvPr/>
        </p:nvCxnSpPr>
        <p:spPr>
          <a:xfrm rot="5400000" flipH="1">
            <a:off x="3037132" y="5114680"/>
            <a:ext cx="39688" cy="4751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56777" y="5130224"/>
            <a:ext cx="123363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Force</a:t>
            </a:r>
            <a:endParaRPr lang="en-US" sz="3200" dirty="0"/>
          </a:p>
        </p:txBody>
      </p:sp>
      <p:cxnSp>
        <p:nvCxnSpPr>
          <p:cNvPr id="31" name="Straight Arrow Connector 30"/>
          <p:cNvCxnSpPr/>
          <p:nvPr/>
        </p:nvCxnSpPr>
        <p:spPr>
          <a:xfrm rot="5400000" flipH="1">
            <a:off x="6389932" y="5089856"/>
            <a:ext cx="39688" cy="4751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09577" y="5105400"/>
            <a:ext cx="178125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Distance</a:t>
            </a:r>
            <a:endParaRPr lang="en-US" sz="3200" dirty="0"/>
          </a:p>
        </p:txBody>
      </p:sp>
      <p:sp>
        <p:nvSpPr>
          <p:cNvPr id="26" name="TextBox 25"/>
          <p:cNvSpPr txBox="1"/>
          <p:nvPr/>
        </p:nvSpPr>
        <p:spPr>
          <a:xfrm>
            <a:off x="2006363" y="4186535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θ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5638149" y="3238500"/>
            <a:ext cx="3582051" cy="2095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149" y="3276600"/>
            <a:ext cx="3582051" cy="209550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rot="16200000" flipV="1">
            <a:off x="1117600" y="2971800"/>
            <a:ext cx="2133600" cy="1524000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4038600" y="4571998"/>
            <a:ext cx="3810000" cy="1"/>
          </a:xfrm>
          <a:prstGeom prst="straightConnector1">
            <a:avLst/>
          </a:prstGeom>
          <a:ln w="50800"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34000" y="3925669"/>
            <a:ext cx="364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r</a:t>
            </a:r>
            <a:endParaRPr lang="en-US" sz="36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666931" y="2401669"/>
            <a:ext cx="466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F</a:t>
            </a:r>
            <a:endParaRPr lang="en-US" sz="3600" b="1" dirty="0"/>
          </a:p>
        </p:txBody>
      </p:sp>
      <p:cxnSp>
        <p:nvCxnSpPr>
          <p:cNvPr id="22" name="Straight Connector 21"/>
          <p:cNvCxnSpPr/>
          <p:nvPr/>
        </p:nvCxnSpPr>
        <p:spPr>
          <a:xfrm rot="10800000">
            <a:off x="1422399" y="4800600"/>
            <a:ext cx="1524002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c 22"/>
          <p:cNvSpPr/>
          <p:nvPr/>
        </p:nvSpPr>
        <p:spPr>
          <a:xfrm rot="16200000">
            <a:off x="2075667" y="4514718"/>
            <a:ext cx="965850" cy="470814"/>
          </a:xfrm>
          <a:prstGeom prst="arc">
            <a:avLst>
              <a:gd name="adj1" fmla="val 16200000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rot="5400000" flipH="1" flipV="1">
            <a:off x="355597" y="3733801"/>
            <a:ext cx="2133603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Brace 12"/>
          <p:cNvSpPr/>
          <p:nvPr/>
        </p:nvSpPr>
        <p:spPr>
          <a:xfrm rot="5400000">
            <a:off x="2027265" y="4237065"/>
            <a:ext cx="238070" cy="1498600"/>
          </a:xfrm>
          <a:prstGeom prst="rightBrace">
            <a:avLst>
              <a:gd name="adj1" fmla="val 59521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560514" y="5029200"/>
            <a:ext cx="1182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|</a:t>
            </a:r>
            <a:r>
              <a:rPr lang="en-US" sz="2400" b="1" dirty="0" smtClean="0"/>
              <a:t>F</a:t>
            </a:r>
            <a:r>
              <a:rPr lang="en-US" sz="2400" dirty="0" smtClean="0"/>
              <a:t>|cosθ</a:t>
            </a:r>
            <a:endParaRPr lang="en-US" sz="2400" dirty="0"/>
          </a:p>
        </p:txBody>
      </p:sp>
      <p:sp>
        <p:nvSpPr>
          <p:cNvPr id="18" name="Right Brace 17"/>
          <p:cNvSpPr/>
          <p:nvPr/>
        </p:nvSpPr>
        <p:spPr>
          <a:xfrm rot="5400000">
            <a:off x="5824565" y="3014635"/>
            <a:ext cx="238070" cy="3810001"/>
          </a:xfrm>
          <a:prstGeom prst="rightBrace">
            <a:avLst>
              <a:gd name="adj1" fmla="val 59521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715000" y="5029200"/>
            <a:ext cx="464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|</a:t>
            </a:r>
            <a:r>
              <a:rPr lang="en-US" sz="2400" b="1" dirty="0" smtClean="0"/>
              <a:t>r</a:t>
            </a:r>
            <a:r>
              <a:rPr lang="en-US" sz="2400" dirty="0" smtClean="0"/>
              <a:t>|</a:t>
            </a:r>
            <a:endParaRPr lang="en-US" sz="2400" dirty="0"/>
          </a:p>
        </p:txBody>
      </p:sp>
      <p:cxnSp>
        <p:nvCxnSpPr>
          <p:cNvPr id="28" name="Straight Arrow Connector 27"/>
          <p:cNvCxnSpPr/>
          <p:nvPr/>
        </p:nvCxnSpPr>
        <p:spPr>
          <a:xfrm rot="5400000" flipH="1">
            <a:off x="2884732" y="5114680"/>
            <a:ext cx="39688" cy="4751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06560" y="5235714"/>
            <a:ext cx="24798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Force component</a:t>
            </a:r>
          </a:p>
          <a:p>
            <a:pPr algn="ctr"/>
            <a:r>
              <a:rPr lang="en-US" sz="2000" dirty="0" smtClean="0"/>
              <a:t>(in the direction of </a:t>
            </a:r>
            <a:r>
              <a:rPr lang="en-US" sz="2000" b="1" dirty="0" smtClean="0"/>
              <a:t>r)</a:t>
            </a:r>
            <a:endParaRPr lang="en-US" sz="2000" b="1" dirty="0"/>
          </a:p>
        </p:txBody>
      </p:sp>
      <p:cxnSp>
        <p:nvCxnSpPr>
          <p:cNvPr id="31" name="Straight Arrow Connector 30"/>
          <p:cNvCxnSpPr/>
          <p:nvPr/>
        </p:nvCxnSpPr>
        <p:spPr>
          <a:xfrm rot="5400000" flipH="1">
            <a:off x="6389932" y="5089856"/>
            <a:ext cx="39688" cy="4751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66065" y="5162490"/>
            <a:ext cx="1182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Distance</a:t>
            </a:r>
            <a:endParaRPr 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2006363" y="4186535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θ</a:t>
            </a:r>
            <a:endParaRPr lang="en-US" sz="2400" dirty="0"/>
          </a:p>
        </p:txBody>
      </p:sp>
      <p:sp>
        <p:nvSpPr>
          <p:cNvPr id="24" name="Left Brace 23"/>
          <p:cNvSpPr/>
          <p:nvPr/>
        </p:nvSpPr>
        <p:spPr>
          <a:xfrm>
            <a:off x="1143000" y="2667793"/>
            <a:ext cx="228600" cy="2132807"/>
          </a:xfrm>
          <a:prstGeom prst="leftBrace">
            <a:avLst>
              <a:gd name="adj1" fmla="val 69444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22025" y="3464004"/>
            <a:ext cx="1097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|</a:t>
            </a:r>
            <a:r>
              <a:rPr lang="en-US" sz="2400" b="1" dirty="0" smtClean="0"/>
              <a:t>F</a:t>
            </a:r>
            <a:r>
              <a:rPr lang="en-US" sz="2400" dirty="0" smtClean="0"/>
              <a:t>|sinθ</a:t>
            </a:r>
            <a:endParaRPr lang="en-US" sz="2400" dirty="0"/>
          </a:p>
        </p:txBody>
      </p:sp>
      <p:cxnSp>
        <p:nvCxnSpPr>
          <p:cNvPr id="33" name="Straight Arrow Connector 32"/>
          <p:cNvCxnSpPr/>
          <p:nvPr/>
        </p:nvCxnSpPr>
        <p:spPr>
          <a:xfrm rot="10800000" flipV="1">
            <a:off x="5715002" y="3925668"/>
            <a:ext cx="932350" cy="24559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66065" y="3638490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Displacement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581400"/>
            <a:ext cx="25273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flipV="1">
            <a:off x="2743200" y="3505200"/>
            <a:ext cx="3962400" cy="144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rot="5400000" flipH="1" flipV="1">
            <a:off x="1905000" y="3048000"/>
            <a:ext cx="2743200" cy="1066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81400" y="2433935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867400" y="3195935"/>
            <a:ext cx="37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 rot="1324954">
            <a:off x="2452529" y="3054127"/>
            <a:ext cx="528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|a|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 rot="20358085">
            <a:off x="4788403" y="4881997"/>
            <a:ext cx="544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|b|</a:t>
            </a:r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ight Brace 9"/>
          <p:cNvSpPr/>
          <p:nvPr/>
        </p:nvSpPr>
        <p:spPr>
          <a:xfrm rot="4220889">
            <a:off x="4823576" y="2820571"/>
            <a:ext cx="188027" cy="4153413"/>
          </a:xfrm>
          <a:prstGeom prst="rightBrace">
            <a:avLst>
              <a:gd name="adj1" fmla="val 73212"/>
              <a:gd name="adj2" fmla="val 4927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/>
          <p:cNvSpPr/>
          <p:nvPr/>
        </p:nvSpPr>
        <p:spPr>
          <a:xfrm rot="1275180">
            <a:off x="2911251" y="2060547"/>
            <a:ext cx="213052" cy="2848806"/>
          </a:xfrm>
          <a:prstGeom prst="leftBrace">
            <a:avLst>
              <a:gd name="adj1" fmla="val 5565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/>
          <p:cNvSpPr/>
          <p:nvPr/>
        </p:nvSpPr>
        <p:spPr>
          <a:xfrm>
            <a:off x="2701627" y="4419600"/>
            <a:ext cx="574973" cy="60960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149363" y="4110335"/>
            <a:ext cx="351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θ</a:t>
            </a:r>
            <a:endParaRPr lang="en-US" sz="2400" b="1" dirty="0"/>
          </a:p>
        </p:txBody>
      </p:sp>
      <p:cxnSp>
        <p:nvCxnSpPr>
          <p:cNvPr id="16" name="Straight Connector 15"/>
          <p:cNvCxnSpPr/>
          <p:nvPr/>
        </p:nvCxnSpPr>
        <p:spPr>
          <a:xfrm rot="16200000" flipH="1">
            <a:off x="3086100" y="2933700"/>
            <a:ext cx="2133600" cy="68579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flipV="1">
            <a:off x="2743200" y="3505200"/>
            <a:ext cx="3962400" cy="1447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rot="5400000" flipH="1" flipV="1">
            <a:off x="1905000" y="3048000"/>
            <a:ext cx="2743200" cy="10668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81400" y="2433935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867400" y="3195935"/>
            <a:ext cx="37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 rot="1324954">
            <a:off x="2452529" y="3054127"/>
            <a:ext cx="528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|a|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 rot="20358085">
            <a:off x="4788403" y="4881997"/>
            <a:ext cx="544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|b|</a:t>
            </a:r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ight Brace 9"/>
          <p:cNvSpPr/>
          <p:nvPr/>
        </p:nvSpPr>
        <p:spPr>
          <a:xfrm rot="4220889">
            <a:off x="4823576" y="2820571"/>
            <a:ext cx="188027" cy="4153413"/>
          </a:xfrm>
          <a:prstGeom prst="rightBrace">
            <a:avLst>
              <a:gd name="adj1" fmla="val 73212"/>
              <a:gd name="adj2" fmla="val 4927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/>
          <p:cNvSpPr/>
          <p:nvPr/>
        </p:nvSpPr>
        <p:spPr>
          <a:xfrm rot="1275180">
            <a:off x="2911251" y="2060547"/>
            <a:ext cx="213052" cy="2848806"/>
          </a:xfrm>
          <a:prstGeom prst="leftBrace">
            <a:avLst>
              <a:gd name="adj1" fmla="val 5565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/>
          <p:cNvSpPr/>
          <p:nvPr/>
        </p:nvSpPr>
        <p:spPr>
          <a:xfrm>
            <a:off x="2701627" y="4419600"/>
            <a:ext cx="574973" cy="60960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149363" y="4110335"/>
            <a:ext cx="351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θ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 rot="20435959">
            <a:off x="3047302" y="4749135"/>
            <a:ext cx="1310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|a| cosθ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Right Brace 14"/>
          <p:cNvSpPr/>
          <p:nvPr/>
        </p:nvSpPr>
        <p:spPr>
          <a:xfrm rot="4208553">
            <a:off x="3568617" y="3855408"/>
            <a:ext cx="212884" cy="183040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rot="16200000" flipH="1">
            <a:off x="3086100" y="2933700"/>
            <a:ext cx="2133600" cy="68579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43400" y="2891135"/>
            <a:ext cx="1224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|a| sinθ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Left Brace 17"/>
          <p:cNvSpPr/>
          <p:nvPr/>
        </p:nvSpPr>
        <p:spPr>
          <a:xfrm rot="9719723">
            <a:off x="4177744" y="2119885"/>
            <a:ext cx="213052" cy="2185717"/>
          </a:xfrm>
          <a:prstGeom prst="leftBrace">
            <a:avLst>
              <a:gd name="adj1" fmla="val 5565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9_3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762000"/>
            <a:ext cx="3613291" cy="42672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rot="5400000" flipH="1" flipV="1">
            <a:off x="2628900" y="3009900"/>
            <a:ext cx="4114800" cy="76200"/>
          </a:xfrm>
          <a:prstGeom prst="line">
            <a:avLst/>
          </a:prstGeom>
          <a:ln>
            <a:solidFill>
              <a:schemeClr val="tx1">
                <a:alpha val="48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12189" y="990600"/>
            <a:ext cx="902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Line of</a:t>
            </a:r>
          </a:p>
          <a:p>
            <a:r>
              <a:rPr lang="en-US" dirty="0" smtClean="0"/>
              <a:t>Action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/>
          <p:cNvSpPr/>
          <p:nvPr/>
        </p:nvSpPr>
        <p:spPr>
          <a:xfrm>
            <a:off x="2895600" y="2209800"/>
            <a:ext cx="3962400" cy="2971800"/>
          </a:xfrm>
          <a:prstGeom prst="cube">
            <a:avLst>
              <a:gd name="adj" fmla="val 25427"/>
            </a:avLst>
          </a:prstGeom>
          <a:noFill/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rot="5400000" flipH="1" flipV="1">
            <a:off x="2971800" y="2817018"/>
            <a:ext cx="3810000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876006" y="4722812"/>
            <a:ext cx="3277394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 flipV="1">
            <a:off x="3200400" y="4724400"/>
            <a:ext cx="1675606" cy="1524000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0800000" flipV="1">
            <a:off x="4877594" y="3733800"/>
            <a:ext cx="1066006" cy="990600"/>
          </a:xfrm>
          <a:prstGeom prst="straightConnector1">
            <a:avLst/>
          </a:prstGeom>
          <a:ln w="44450">
            <a:solidFill>
              <a:schemeClr val="tx1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>
            <a:off x="4114006" y="5486401"/>
            <a:ext cx="1524000" cy="1588"/>
          </a:xfrm>
          <a:prstGeom prst="line">
            <a:avLst/>
          </a:prstGeom>
          <a:ln w="444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0800000">
            <a:off x="3200400" y="4722812"/>
            <a:ext cx="1674813" cy="1588"/>
          </a:xfrm>
          <a:prstGeom prst="line">
            <a:avLst/>
          </a:prstGeom>
          <a:ln w="444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10800000">
            <a:off x="3657600" y="4418011"/>
            <a:ext cx="3200400" cy="1588"/>
          </a:xfrm>
          <a:prstGeom prst="line">
            <a:avLst/>
          </a:prstGeom>
          <a:ln w="38100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2553494" y="3313905"/>
            <a:ext cx="2208211" cy="1588"/>
          </a:xfrm>
          <a:prstGeom prst="line">
            <a:avLst/>
          </a:prstGeom>
          <a:ln w="38100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 flipH="1" flipV="1">
            <a:off x="2895202" y="4419998"/>
            <a:ext cx="762000" cy="761205"/>
          </a:xfrm>
          <a:prstGeom prst="line">
            <a:avLst/>
          </a:prstGeom>
          <a:ln w="38100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895600" y="55626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x</a:t>
            </a:r>
            <a:endParaRPr lang="en-US" sz="3200" dirty="0"/>
          </a:p>
        </p:txBody>
      </p:sp>
      <p:sp>
        <p:nvSpPr>
          <p:cNvPr id="31" name="TextBox 30"/>
          <p:cNvSpPr txBox="1"/>
          <p:nvPr/>
        </p:nvSpPr>
        <p:spPr>
          <a:xfrm>
            <a:off x="7696200" y="40634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</a:t>
            </a:r>
            <a:endParaRPr lang="en-US" sz="3200" dirty="0"/>
          </a:p>
        </p:txBody>
      </p:sp>
      <p:sp>
        <p:nvSpPr>
          <p:cNvPr id="32" name="TextBox 31"/>
          <p:cNvSpPr txBox="1"/>
          <p:nvPr/>
        </p:nvSpPr>
        <p:spPr>
          <a:xfrm>
            <a:off x="4953000" y="7868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z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/>
          <p:cNvSpPr/>
          <p:nvPr/>
        </p:nvSpPr>
        <p:spPr>
          <a:xfrm>
            <a:off x="2895600" y="2209800"/>
            <a:ext cx="3962400" cy="2971800"/>
          </a:xfrm>
          <a:prstGeom prst="cube">
            <a:avLst>
              <a:gd name="adj" fmla="val 25427"/>
            </a:avLst>
          </a:prstGeom>
          <a:noFill/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rot="5400000" flipH="1" flipV="1">
            <a:off x="2971800" y="2817018"/>
            <a:ext cx="3810000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876006" y="4722812"/>
            <a:ext cx="3277394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 flipV="1">
            <a:off x="3200400" y="4724400"/>
            <a:ext cx="1675606" cy="1524000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0800000" flipV="1">
            <a:off x="4877594" y="3733800"/>
            <a:ext cx="1066006" cy="990600"/>
          </a:xfrm>
          <a:prstGeom prst="straightConnector1">
            <a:avLst/>
          </a:prstGeom>
          <a:ln w="44450">
            <a:solidFill>
              <a:schemeClr val="tx1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>
            <a:off x="4114006" y="5486401"/>
            <a:ext cx="1524000" cy="1588"/>
          </a:xfrm>
          <a:prstGeom prst="line">
            <a:avLst/>
          </a:prstGeom>
          <a:ln w="444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0800000">
            <a:off x="3200400" y="4722812"/>
            <a:ext cx="1674813" cy="1588"/>
          </a:xfrm>
          <a:prstGeom prst="line">
            <a:avLst/>
          </a:prstGeom>
          <a:ln w="444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10800000">
            <a:off x="3657600" y="4418011"/>
            <a:ext cx="3200400" cy="1588"/>
          </a:xfrm>
          <a:prstGeom prst="line">
            <a:avLst/>
          </a:prstGeom>
          <a:ln w="38100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2553494" y="3313905"/>
            <a:ext cx="2208211" cy="1588"/>
          </a:xfrm>
          <a:prstGeom prst="line">
            <a:avLst/>
          </a:prstGeom>
          <a:ln w="38100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 flipH="1" flipV="1">
            <a:off x="2895202" y="4419998"/>
            <a:ext cx="762000" cy="761205"/>
          </a:xfrm>
          <a:prstGeom prst="line">
            <a:avLst/>
          </a:prstGeom>
          <a:ln w="38100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895600" y="55626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x</a:t>
            </a:r>
            <a:endParaRPr lang="en-US" sz="3200" dirty="0"/>
          </a:p>
        </p:txBody>
      </p:sp>
      <p:sp>
        <p:nvSpPr>
          <p:cNvPr id="31" name="TextBox 30"/>
          <p:cNvSpPr txBox="1"/>
          <p:nvPr/>
        </p:nvSpPr>
        <p:spPr>
          <a:xfrm>
            <a:off x="7696200" y="40634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</a:t>
            </a:r>
            <a:endParaRPr lang="en-US" sz="3200" dirty="0"/>
          </a:p>
        </p:txBody>
      </p:sp>
      <p:sp>
        <p:nvSpPr>
          <p:cNvPr id="32" name="TextBox 31"/>
          <p:cNvSpPr txBox="1"/>
          <p:nvPr/>
        </p:nvSpPr>
        <p:spPr>
          <a:xfrm>
            <a:off x="4953000" y="7868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z</a:t>
            </a:r>
            <a:endParaRPr lang="en-US" sz="3200" dirty="0"/>
          </a:p>
        </p:txBody>
      </p:sp>
      <p:sp>
        <p:nvSpPr>
          <p:cNvPr id="33" name="TextBox 32"/>
          <p:cNvSpPr txBox="1"/>
          <p:nvPr/>
        </p:nvSpPr>
        <p:spPr>
          <a:xfrm>
            <a:off x="3962400" y="2210593"/>
            <a:ext cx="75493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S</a:t>
            </a:r>
            <a:r>
              <a:rPr lang="en-US" sz="3200" baseline="-25000" dirty="0" smtClean="0"/>
              <a:t>z+</a:t>
            </a:r>
            <a:endParaRPr lang="en-US" sz="3200" dirty="0"/>
          </a:p>
        </p:txBody>
      </p:sp>
      <p:sp>
        <p:nvSpPr>
          <p:cNvPr id="34" name="TextBox 33"/>
          <p:cNvSpPr txBox="1"/>
          <p:nvPr/>
        </p:nvSpPr>
        <p:spPr>
          <a:xfrm>
            <a:off x="6096000" y="3301424"/>
            <a:ext cx="75493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S</a:t>
            </a:r>
            <a:r>
              <a:rPr lang="en-US" sz="3200" baseline="-25000" dirty="0" smtClean="0"/>
              <a:t>y+</a:t>
            </a:r>
            <a:endParaRPr lang="en-US" sz="3200" dirty="0"/>
          </a:p>
        </p:txBody>
      </p:sp>
      <p:sp>
        <p:nvSpPr>
          <p:cNvPr id="35" name="TextBox 34"/>
          <p:cNvSpPr txBox="1"/>
          <p:nvPr/>
        </p:nvSpPr>
        <p:spPr>
          <a:xfrm>
            <a:off x="3962400" y="3530024"/>
            <a:ext cx="75493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S</a:t>
            </a:r>
            <a:r>
              <a:rPr lang="en-US" sz="3200" baseline="-25000" dirty="0" smtClean="0"/>
              <a:t>x+</a:t>
            </a:r>
            <a:endParaRPr lang="en-US" sz="3200" dirty="0"/>
          </a:p>
        </p:txBody>
      </p:sp>
      <p:sp>
        <p:nvSpPr>
          <p:cNvPr id="36" name="TextBox 35"/>
          <p:cNvSpPr txBox="1"/>
          <p:nvPr/>
        </p:nvSpPr>
        <p:spPr>
          <a:xfrm>
            <a:off x="2972122" y="3390036"/>
            <a:ext cx="68627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1">
                    <a:alpha val="49000"/>
                  </a:schemeClr>
                </a:solidFill>
              </a:rPr>
              <a:t>S</a:t>
            </a:r>
            <a:r>
              <a:rPr lang="en-US" sz="3200" baseline="-25000" dirty="0" smtClean="0">
                <a:solidFill>
                  <a:schemeClr val="tx1">
                    <a:alpha val="49000"/>
                  </a:schemeClr>
                </a:solidFill>
              </a:rPr>
              <a:t>y-</a:t>
            </a:r>
            <a:endParaRPr lang="en-US" sz="3200" dirty="0">
              <a:solidFill>
                <a:schemeClr val="tx1">
                  <a:alpha val="49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658394" y="4495800"/>
            <a:ext cx="68627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1">
                    <a:alpha val="51000"/>
                  </a:schemeClr>
                </a:solidFill>
              </a:rPr>
              <a:t>S</a:t>
            </a:r>
            <a:r>
              <a:rPr lang="en-US" sz="3200" baseline="-25000" dirty="0" smtClean="0">
                <a:solidFill>
                  <a:schemeClr val="tx1">
                    <a:alpha val="51000"/>
                  </a:schemeClr>
                </a:solidFill>
              </a:rPr>
              <a:t>z-</a:t>
            </a:r>
            <a:endParaRPr lang="en-US" sz="3200" dirty="0">
              <a:solidFill>
                <a:schemeClr val="tx1">
                  <a:alpha val="51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999714" y="3149024"/>
            <a:ext cx="68627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1">
                    <a:alpha val="50000"/>
                  </a:schemeClr>
                </a:solidFill>
              </a:rPr>
              <a:t>S</a:t>
            </a:r>
            <a:r>
              <a:rPr lang="en-US" sz="3200" baseline="-25000" dirty="0" smtClean="0">
                <a:solidFill>
                  <a:schemeClr val="tx1">
                    <a:alpha val="50000"/>
                  </a:schemeClr>
                </a:solidFill>
              </a:rPr>
              <a:t>x-</a:t>
            </a:r>
            <a:endParaRPr lang="en-US" sz="3200" dirty="0">
              <a:solidFill>
                <a:schemeClr val="tx1">
                  <a:alpha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/>
          <p:cNvSpPr/>
          <p:nvPr/>
        </p:nvSpPr>
        <p:spPr>
          <a:xfrm>
            <a:off x="2895600" y="2209800"/>
            <a:ext cx="3962400" cy="2971800"/>
          </a:xfrm>
          <a:prstGeom prst="cube">
            <a:avLst>
              <a:gd name="adj" fmla="val 25427"/>
            </a:avLst>
          </a:prstGeom>
          <a:solidFill>
            <a:schemeClr val="tx2">
              <a:lumMod val="40000"/>
              <a:lumOff val="60000"/>
              <a:alpha val="66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rot="5400000" flipH="1" flipV="1">
            <a:off x="2971800" y="2817018"/>
            <a:ext cx="3810000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876006" y="4722812"/>
            <a:ext cx="3277394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 flipV="1">
            <a:off x="3200400" y="4724400"/>
            <a:ext cx="1675606" cy="1524000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0800000" flipV="1">
            <a:off x="4877594" y="3733800"/>
            <a:ext cx="1066006" cy="990600"/>
          </a:xfrm>
          <a:prstGeom prst="straightConnector1">
            <a:avLst/>
          </a:prstGeom>
          <a:ln w="44450">
            <a:solidFill>
              <a:schemeClr val="tx1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>
            <a:off x="4114006" y="5486401"/>
            <a:ext cx="1524000" cy="1588"/>
          </a:xfrm>
          <a:prstGeom prst="line">
            <a:avLst/>
          </a:prstGeom>
          <a:ln w="444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0800000">
            <a:off x="3200400" y="4722812"/>
            <a:ext cx="1674813" cy="1588"/>
          </a:xfrm>
          <a:prstGeom prst="line">
            <a:avLst/>
          </a:prstGeom>
          <a:ln w="444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10800000">
            <a:off x="3657600" y="4418011"/>
            <a:ext cx="3200400" cy="1588"/>
          </a:xfrm>
          <a:prstGeom prst="line">
            <a:avLst/>
          </a:prstGeom>
          <a:ln w="38100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2553494" y="3313905"/>
            <a:ext cx="2208211" cy="1588"/>
          </a:xfrm>
          <a:prstGeom prst="line">
            <a:avLst/>
          </a:prstGeom>
          <a:ln w="38100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 flipH="1" flipV="1">
            <a:off x="2895202" y="4419998"/>
            <a:ext cx="762000" cy="761205"/>
          </a:xfrm>
          <a:prstGeom prst="line">
            <a:avLst/>
          </a:prstGeom>
          <a:ln w="38100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895600" y="55626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x</a:t>
            </a:r>
            <a:endParaRPr lang="en-US" sz="3200" dirty="0"/>
          </a:p>
        </p:txBody>
      </p:sp>
      <p:sp>
        <p:nvSpPr>
          <p:cNvPr id="31" name="TextBox 30"/>
          <p:cNvSpPr txBox="1"/>
          <p:nvPr/>
        </p:nvSpPr>
        <p:spPr>
          <a:xfrm>
            <a:off x="7696200" y="40634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</a:t>
            </a:r>
            <a:endParaRPr lang="en-US" sz="3200" dirty="0"/>
          </a:p>
        </p:txBody>
      </p:sp>
      <p:sp>
        <p:nvSpPr>
          <p:cNvPr id="32" name="TextBox 31"/>
          <p:cNvSpPr txBox="1"/>
          <p:nvPr/>
        </p:nvSpPr>
        <p:spPr>
          <a:xfrm>
            <a:off x="4953000" y="7868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z</a:t>
            </a:r>
            <a:endParaRPr lang="en-US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4953000" y="3200400"/>
            <a:ext cx="549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T</a:t>
            </a:r>
            <a:endParaRPr lang="en-US" sz="4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/>
          <p:cNvSpPr/>
          <p:nvPr/>
        </p:nvSpPr>
        <p:spPr>
          <a:xfrm>
            <a:off x="3048000" y="3276600"/>
            <a:ext cx="2057400" cy="1981200"/>
          </a:xfrm>
          <a:prstGeom prst="cube">
            <a:avLst>
              <a:gd name="adj" fmla="val 26283"/>
            </a:avLst>
          </a:prstGeom>
          <a:noFill/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rot="5400000">
            <a:off x="2857500" y="4000500"/>
            <a:ext cx="1447800" cy="1588"/>
          </a:xfrm>
          <a:prstGeom prst="line">
            <a:avLst/>
          </a:prstGeom>
          <a:ln w="25400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10800000">
            <a:off x="3582196" y="4725194"/>
            <a:ext cx="1523205" cy="1588"/>
          </a:xfrm>
          <a:prstGeom prst="line">
            <a:avLst/>
          </a:prstGeom>
          <a:ln w="25400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3048000" y="4725194"/>
            <a:ext cx="532606" cy="532606"/>
          </a:xfrm>
          <a:prstGeom prst="line">
            <a:avLst/>
          </a:prstGeom>
          <a:ln w="25400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82195" y="5257800"/>
            <a:ext cx="42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5540" y="4876800"/>
            <a:ext cx="42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5400" y="3821668"/>
            <a:ext cx="42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dz</a:t>
            </a:r>
          </a:p>
        </p:txBody>
      </p:sp>
      <p:sp>
        <p:nvSpPr>
          <p:cNvPr id="14" name="Right Arrow 13"/>
          <p:cNvSpPr/>
          <p:nvPr/>
        </p:nvSpPr>
        <p:spPr>
          <a:xfrm rot="686035">
            <a:off x="2182376" y="3707031"/>
            <a:ext cx="796191" cy="1608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 rot="933028">
            <a:off x="2170346" y="4111133"/>
            <a:ext cx="730918" cy="1678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 rot="1338389">
            <a:off x="2206298" y="4619334"/>
            <a:ext cx="677337" cy="13393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2237568" y="3352800"/>
            <a:ext cx="892974" cy="152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 rot="20614132">
            <a:off x="5468788" y="3678280"/>
            <a:ext cx="796191" cy="1608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 rot="20861125">
            <a:off x="5267292" y="4175726"/>
            <a:ext cx="730918" cy="1678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 rot="21266486">
            <a:off x="5262694" y="4590583"/>
            <a:ext cx="677337" cy="13393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 rot="19928097">
            <a:off x="5241646" y="3381551"/>
            <a:ext cx="892974" cy="152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085141" y="3962400"/>
            <a:ext cx="334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40386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330323" y="2907268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Inflow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953000" y="28956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Outflow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0551" y="5678269"/>
            <a:ext cx="39592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Divergence at P ~ Net flow through a </a:t>
            </a:r>
          </a:p>
          <a:p>
            <a:pPr algn="ctr"/>
            <a:r>
              <a:rPr lang="en-US" dirty="0" smtClean="0"/>
              <a:t>“small” box around P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rot="5400000" flipH="1" flipV="1">
            <a:off x="2971800" y="2817018"/>
            <a:ext cx="3810000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4876006" y="4722812"/>
            <a:ext cx="3277394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10800000" flipV="1">
            <a:off x="3200400" y="4724400"/>
            <a:ext cx="1675606" cy="1524000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95600" y="55626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x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7696200" y="40634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4953000" y="7868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z</a:t>
            </a:r>
            <a:endParaRPr lang="en-US" sz="3200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4001294" y="5600700"/>
            <a:ext cx="1752600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4876800" y="3581400"/>
            <a:ext cx="1219200" cy="1141412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0800000">
            <a:off x="2590800" y="4725194"/>
            <a:ext cx="2285206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2933700" y="3390900"/>
            <a:ext cx="3200400" cy="68580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16200000" flipH="1">
            <a:off x="4724003" y="2287985"/>
            <a:ext cx="2593183" cy="2284412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191000" y="4726783"/>
            <a:ext cx="2971801" cy="607217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87556" y="1905000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5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6934200" y="4812268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5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3725556" y="5089267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2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rot="5400000" flipH="1" flipV="1">
            <a:off x="2971800" y="2817018"/>
            <a:ext cx="3810000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4876006" y="4722812"/>
            <a:ext cx="3277394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10800000" flipV="1">
            <a:off x="3200400" y="4724400"/>
            <a:ext cx="1675606" cy="1524000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95600" y="55626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x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7696200" y="40634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4953000" y="7868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z</a:t>
            </a:r>
            <a:endParaRPr lang="en-US" sz="3200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4001294" y="5600700"/>
            <a:ext cx="1752600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4876800" y="3581400"/>
            <a:ext cx="1219200" cy="1141412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0800000">
            <a:off x="2590800" y="4725194"/>
            <a:ext cx="2285206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H="1">
            <a:off x="3582194" y="3428206"/>
            <a:ext cx="2590800" cy="1588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878389" y="2133599"/>
            <a:ext cx="1522413" cy="1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4343004" y="2668986"/>
            <a:ext cx="2593182" cy="1522413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87556" y="1905000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5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6222883" y="4812268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3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6400802" y="1752600"/>
            <a:ext cx="1074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(0,3,5)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rot="5400000" flipH="1" flipV="1">
            <a:off x="3641955" y="2538303"/>
            <a:ext cx="2488188" cy="2382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4884858" y="3783588"/>
            <a:ext cx="3277394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10800000" flipV="1">
            <a:off x="2142452" y="3785176"/>
            <a:ext cx="2742406" cy="2463224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52601" y="553857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x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7705052" y="31242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5156777" y="8382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z</a:t>
            </a:r>
            <a:endParaRPr lang="en-US" sz="3200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4010146" y="4661476"/>
            <a:ext cx="1752600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4885652" y="2642176"/>
            <a:ext cx="1219200" cy="1141412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0800000">
            <a:off x="2599652" y="3785970"/>
            <a:ext cx="2285206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4657050" y="3783588"/>
            <a:ext cx="1743750" cy="1557675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0800000" flipH="1">
            <a:off x="1846500" y="3783589"/>
            <a:ext cx="1743750" cy="1557675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10800000" flipH="1">
            <a:off x="2218649" y="2819400"/>
            <a:ext cx="1743750" cy="1557675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c 30"/>
          <p:cNvSpPr/>
          <p:nvPr/>
        </p:nvSpPr>
        <p:spPr>
          <a:xfrm>
            <a:off x="1828798" y="3931107"/>
            <a:ext cx="2828251" cy="2828251"/>
          </a:xfrm>
          <a:prstGeom prst="arc">
            <a:avLst>
              <a:gd name="adj1" fmla="val 10821029"/>
              <a:gd name="adj2" fmla="val 0"/>
            </a:avLst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c 31"/>
          <p:cNvSpPr/>
          <p:nvPr/>
        </p:nvSpPr>
        <p:spPr>
          <a:xfrm>
            <a:off x="3572549" y="2373433"/>
            <a:ext cx="2828251" cy="2828251"/>
          </a:xfrm>
          <a:prstGeom prst="arc">
            <a:avLst>
              <a:gd name="adj1" fmla="val 10800434"/>
              <a:gd name="adj2" fmla="val 0"/>
            </a:avLst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479130" y="1911768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34" name="TextBox 33"/>
          <p:cNvSpPr txBox="1"/>
          <p:nvPr/>
        </p:nvSpPr>
        <p:spPr>
          <a:xfrm>
            <a:off x="6222881" y="3931107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3394630" y="5201684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rot="5400000" flipH="1" flipV="1">
            <a:off x="2971800" y="2817018"/>
            <a:ext cx="3810000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4876006" y="4722812"/>
            <a:ext cx="3277394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10800000" flipV="1">
            <a:off x="3200400" y="4724400"/>
            <a:ext cx="1675606" cy="1524000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95600" y="55626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x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7696200" y="40634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4953000" y="7868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z</a:t>
            </a:r>
            <a:endParaRPr lang="en-US" sz="3200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4001294" y="5600700"/>
            <a:ext cx="1752600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4876800" y="3581400"/>
            <a:ext cx="1219200" cy="1141412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0800000">
            <a:off x="2590800" y="4725194"/>
            <a:ext cx="2285206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rot="5400000" flipH="1" flipV="1">
            <a:off x="2971800" y="2817018"/>
            <a:ext cx="3810000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4876006" y="4722812"/>
            <a:ext cx="3277394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10800000" flipV="1">
            <a:off x="3200400" y="4724400"/>
            <a:ext cx="1675606" cy="1524000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95600" y="55626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x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7696200" y="40634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4953000" y="7868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z</a:t>
            </a:r>
            <a:endParaRPr lang="en-US" sz="3200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4001294" y="5600700"/>
            <a:ext cx="1752600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4876800" y="3581400"/>
            <a:ext cx="1219200" cy="1141412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0800000">
            <a:off x="2590800" y="4725194"/>
            <a:ext cx="2285206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/>
          <p:cNvCxnSpPr/>
          <p:nvPr/>
        </p:nvCxnSpPr>
        <p:spPr>
          <a:xfrm rot="5400000" flipH="1" flipV="1">
            <a:off x="3641955" y="2538303"/>
            <a:ext cx="2488188" cy="2382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884858" y="3783588"/>
            <a:ext cx="3277394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0800000" flipV="1">
            <a:off x="2142452" y="3785176"/>
            <a:ext cx="2742406" cy="2463224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52601" y="553857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x</a:t>
            </a:r>
            <a:endParaRPr lang="en-US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7705052" y="31242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</a:t>
            </a:r>
            <a:endParaRPr lang="en-US" sz="3200" dirty="0"/>
          </a:p>
        </p:txBody>
      </p:sp>
      <p:sp>
        <p:nvSpPr>
          <p:cNvPr id="19" name="TextBox 18"/>
          <p:cNvSpPr txBox="1"/>
          <p:nvPr/>
        </p:nvSpPr>
        <p:spPr>
          <a:xfrm>
            <a:off x="5156777" y="8382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z</a:t>
            </a:r>
            <a:endParaRPr lang="en-US" sz="3200" dirty="0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4010146" y="4661476"/>
            <a:ext cx="1752600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885652" y="2642176"/>
            <a:ext cx="1219200" cy="1141412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10800000">
            <a:off x="2599652" y="3785970"/>
            <a:ext cx="2285206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ord 12"/>
          <p:cNvSpPr/>
          <p:nvPr/>
        </p:nvSpPr>
        <p:spPr>
          <a:xfrm>
            <a:off x="4098827" y="2657290"/>
            <a:ext cx="1997173" cy="3210110"/>
          </a:xfrm>
          <a:prstGeom prst="chord">
            <a:avLst>
              <a:gd name="adj1" fmla="val 9987964"/>
              <a:gd name="adj2" fmla="val 17779232"/>
            </a:avLst>
          </a:prstGeom>
          <a:noFill/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/>
          <p:cNvCxnSpPr/>
          <p:nvPr/>
        </p:nvCxnSpPr>
        <p:spPr>
          <a:xfrm rot="5400000" flipH="1" flipV="1">
            <a:off x="4174560" y="3070909"/>
            <a:ext cx="1421388" cy="3971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887240" y="3787559"/>
            <a:ext cx="2351760" cy="3971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44075" y="368242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x</a:t>
            </a:r>
            <a:endParaRPr lang="en-US" sz="2400" dirty="0"/>
          </a:p>
        </p:txBody>
      </p:sp>
      <p:cxnSp>
        <p:nvCxnSpPr>
          <p:cNvPr id="20" name="Straight Connector 19"/>
          <p:cNvCxnSpPr/>
          <p:nvPr/>
        </p:nvCxnSpPr>
        <p:spPr>
          <a:xfrm rot="16200000" flipH="1">
            <a:off x="4225142" y="4443303"/>
            <a:ext cx="1321813" cy="2383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10800000">
            <a:off x="2825030" y="3783588"/>
            <a:ext cx="2059831" cy="397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0800000" flipV="1">
            <a:off x="4887240" y="3005503"/>
            <a:ext cx="1656314" cy="1571264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>
            <a:off x="2766068" y="3809605"/>
            <a:ext cx="2591600" cy="1589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16200000" flipH="1">
            <a:off x="1933935" y="3807618"/>
            <a:ext cx="2592395" cy="6357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5400000">
            <a:off x="5243786" y="3809603"/>
            <a:ext cx="2590008" cy="1588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16200000" flipH="1">
            <a:off x="4418807" y="3810000"/>
            <a:ext cx="2590801" cy="1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rot="10800000">
            <a:off x="2825030" y="3785971"/>
            <a:ext cx="4124419" cy="1588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rot="10800000">
            <a:off x="2971800" y="3005503"/>
            <a:ext cx="3886201" cy="2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10800000">
            <a:off x="2971800" y="4575178"/>
            <a:ext cx="3886202" cy="1588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rot="10800000" flipV="1">
            <a:off x="3226955" y="3005898"/>
            <a:ext cx="1656314" cy="1571264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546586" y="3733800"/>
            <a:ext cx="397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π</a:t>
            </a:r>
            <a:endParaRPr lang="en-US" sz="2400" dirty="0"/>
          </a:p>
        </p:txBody>
      </p:sp>
      <p:sp>
        <p:nvSpPr>
          <p:cNvPr id="90" name="TextBox 89"/>
          <p:cNvSpPr txBox="1"/>
          <p:nvPr/>
        </p:nvSpPr>
        <p:spPr>
          <a:xfrm>
            <a:off x="6248400" y="3733800"/>
            <a:ext cx="568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2π</a:t>
            </a:r>
            <a:endParaRPr lang="en-US" sz="2400" dirty="0"/>
          </a:p>
        </p:txBody>
      </p:sp>
      <p:sp>
        <p:nvSpPr>
          <p:cNvPr id="91" name="TextBox 90"/>
          <p:cNvSpPr txBox="1"/>
          <p:nvPr/>
        </p:nvSpPr>
        <p:spPr>
          <a:xfrm>
            <a:off x="3810000" y="3733800"/>
            <a:ext cx="499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-π</a:t>
            </a:r>
            <a:endParaRPr lang="en-US" sz="2400" dirty="0"/>
          </a:p>
        </p:txBody>
      </p:sp>
      <p:sp>
        <p:nvSpPr>
          <p:cNvPr id="92" name="TextBox 91"/>
          <p:cNvSpPr txBox="1"/>
          <p:nvPr/>
        </p:nvSpPr>
        <p:spPr>
          <a:xfrm>
            <a:off x="2819400" y="3729335"/>
            <a:ext cx="670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-2π</a:t>
            </a:r>
            <a:endParaRPr lang="en-US" sz="2400" dirty="0"/>
          </a:p>
        </p:txBody>
      </p:sp>
      <p:sp>
        <p:nvSpPr>
          <p:cNvPr id="93" name="TextBox 92"/>
          <p:cNvSpPr txBox="1"/>
          <p:nvPr/>
        </p:nvSpPr>
        <p:spPr>
          <a:xfrm>
            <a:off x="4860786" y="2667000"/>
            <a:ext cx="397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π</a:t>
            </a:r>
            <a:endParaRPr lang="en-US" sz="2400" dirty="0"/>
          </a:p>
        </p:txBody>
      </p:sp>
      <p:sp>
        <p:nvSpPr>
          <p:cNvPr id="94" name="TextBox 93"/>
          <p:cNvSpPr txBox="1"/>
          <p:nvPr/>
        </p:nvSpPr>
        <p:spPr>
          <a:xfrm>
            <a:off x="4419600" y="4267200"/>
            <a:ext cx="499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-π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rot="5400000" flipH="1" flipV="1">
            <a:off x="2971800" y="2817018"/>
            <a:ext cx="3810000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4876006" y="4722812"/>
            <a:ext cx="3277394" cy="1588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10800000" flipV="1">
            <a:off x="3200400" y="4724400"/>
            <a:ext cx="1675606" cy="1524000"/>
          </a:xfrm>
          <a:prstGeom prst="straightConnector1">
            <a:avLst/>
          </a:prstGeom>
          <a:ln w="4445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95600" y="55626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x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7696200" y="40634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4953000" y="78682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z</a:t>
            </a:r>
            <a:endParaRPr lang="en-US" sz="3200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4001294" y="5600700"/>
            <a:ext cx="1752600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4876800" y="3581400"/>
            <a:ext cx="1219200" cy="1141412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0800000">
            <a:off x="2590800" y="4725194"/>
            <a:ext cx="2285206" cy="1588"/>
          </a:xfrm>
          <a:prstGeom prst="line">
            <a:avLst/>
          </a:prstGeom>
          <a:ln w="41275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1600200" y="3884612"/>
            <a:ext cx="61722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>
            <a:off x="3315097" y="3771503"/>
            <a:ext cx="2667000" cy="794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647406" y="2743200"/>
            <a:ext cx="1295400" cy="1588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942806" y="3884612"/>
            <a:ext cx="1295400" cy="1588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353594" y="4876800"/>
            <a:ext cx="1295400" cy="1588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058194" y="3887788"/>
            <a:ext cx="1295400" cy="1588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3277791" y="3883818"/>
            <a:ext cx="153194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>
            <a:off x="1982391" y="3883024"/>
            <a:ext cx="153194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>
            <a:off x="5863827" y="3888582"/>
            <a:ext cx="153194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>
            <a:off x="7162403" y="3888582"/>
            <a:ext cx="153194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10800000">
            <a:off x="4533106" y="2744788"/>
            <a:ext cx="228600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0800000">
            <a:off x="4534694" y="4878388"/>
            <a:ext cx="228600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094" y="2667635"/>
            <a:ext cx="189706" cy="15176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953" y="4038600"/>
            <a:ext cx="189706" cy="15176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650" y="4807527"/>
            <a:ext cx="285750" cy="138545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038600"/>
            <a:ext cx="285750" cy="13854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76255"/>
            <a:ext cx="421230" cy="21474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136" y="3962400"/>
            <a:ext cx="32531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1600200" y="3884612"/>
            <a:ext cx="61722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>
            <a:off x="3315097" y="3771503"/>
            <a:ext cx="2667000" cy="794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648200" y="2744788"/>
            <a:ext cx="1291430" cy="1139824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944394" y="4875212"/>
            <a:ext cx="1295400" cy="1588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353594" y="4876800"/>
            <a:ext cx="1295400" cy="1588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058194" y="3887788"/>
            <a:ext cx="1295400" cy="1588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3277791" y="3883818"/>
            <a:ext cx="153194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>
            <a:off x="1982391" y="3883024"/>
            <a:ext cx="153194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>
            <a:off x="5863827" y="3888582"/>
            <a:ext cx="153194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>
            <a:off x="7162403" y="3888582"/>
            <a:ext cx="153194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10800000">
            <a:off x="4533106" y="2744788"/>
            <a:ext cx="228600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0800000">
            <a:off x="4534694" y="4878388"/>
            <a:ext cx="228600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16163" y="2514600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5761711" y="3960415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</a:t>
            </a:r>
            <a:endParaRPr lang="en-US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7060287" y="3962400"/>
            <a:ext cx="355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4763294" y="4649144"/>
            <a:ext cx="458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-1</a:t>
            </a:r>
            <a:endParaRPr lang="en-US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3126017" y="3351114"/>
            <a:ext cx="458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-1</a:t>
            </a:r>
            <a:endParaRPr lang="en-US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1752600" y="3348335"/>
            <a:ext cx="458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-2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/>
          <p:cNvCxnSpPr/>
          <p:nvPr/>
        </p:nvCxnSpPr>
        <p:spPr>
          <a:xfrm rot="5400000" flipH="1" flipV="1">
            <a:off x="4174560" y="3070909"/>
            <a:ext cx="1421388" cy="3971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887240" y="3787559"/>
            <a:ext cx="2351760" cy="3971"/>
          </a:xfrm>
          <a:prstGeom prst="straightConnector1">
            <a:avLst/>
          </a:prstGeom>
          <a:ln w="25400" cmpd="sng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44075" y="368242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x</a:t>
            </a:r>
            <a:endParaRPr lang="en-US" sz="2400" dirty="0"/>
          </a:p>
        </p:txBody>
      </p:sp>
      <p:cxnSp>
        <p:nvCxnSpPr>
          <p:cNvPr id="20" name="Straight Connector 19"/>
          <p:cNvCxnSpPr/>
          <p:nvPr/>
        </p:nvCxnSpPr>
        <p:spPr>
          <a:xfrm rot="16200000" flipH="1">
            <a:off x="4225142" y="4443303"/>
            <a:ext cx="1321813" cy="2383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10800000">
            <a:off x="2825030" y="3783588"/>
            <a:ext cx="2059831" cy="397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0800000" flipV="1">
            <a:off x="4887240" y="3791531"/>
            <a:ext cx="826968" cy="785236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>
            <a:off x="2766068" y="3809605"/>
            <a:ext cx="2591600" cy="1589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16200000" flipH="1">
            <a:off x="1933935" y="3807618"/>
            <a:ext cx="2592395" cy="6357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5400000">
            <a:off x="5243786" y="3809603"/>
            <a:ext cx="2590008" cy="1588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16200000" flipH="1">
            <a:off x="4418807" y="3810000"/>
            <a:ext cx="2590801" cy="1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rot="10800000">
            <a:off x="2825030" y="3785971"/>
            <a:ext cx="4124419" cy="1588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rot="10800000">
            <a:off x="2971800" y="3005503"/>
            <a:ext cx="3886201" cy="2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10800000">
            <a:off x="2971800" y="4575178"/>
            <a:ext cx="3886202" cy="1588"/>
          </a:xfrm>
          <a:prstGeom prst="line">
            <a:avLst/>
          </a:prstGeom>
          <a:ln w="9525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rot="10800000" flipV="1">
            <a:off x="3226953" y="3005505"/>
            <a:ext cx="834120" cy="786023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546586" y="3783587"/>
            <a:ext cx="397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π</a:t>
            </a:r>
            <a:endParaRPr lang="en-US" sz="2400" dirty="0"/>
          </a:p>
        </p:txBody>
      </p:sp>
      <p:sp>
        <p:nvSpPr>
          <p:cNvPr id="90" name="TextBox 89"/>
          <p:cNvSpPr txBox="1"/>
          <p:nvPr/>
        </p:nvSpPr>
        <p:spPr>
          <a:xfrm>
            <a:off x="6253904" y="3783587"/>
            <a:ext cx="568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2π</a:t>
            </a:r>
            <a:endParaRPr lang="en-US" sz="2400" dirty="0"/>
          </a:p>
        </p:txBody>
      </p:sp>
      <p:sp>
        <p:nvSpPr>
          <p:cNvPr id="91" name="TextBox 90"/>
          <p:cNvSpPr txBox="1"/>
          <p:nvPr/>
        </p:nvSpPr>
        <p:spPr>
          <a:xfrm>
            <a:off x="3799799" y="3791531"/>
            <a:ext cx="499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-π</a:t>
            </a:r>
            <a:endParaRPr lang="en-US" sz="2400" dirty="0"/>
          </a:p>
        </p:txBody>
      </p:sp>
      <p:sp>
        <p:nvSpPr>
          <p:cNvPr id="92" name="TextBox 91"/>
          <p:cNvSpPr txBox="1"/>
          <p:nvPr/>
        </p:nvSpPr>
        <p:spPr>
          <a:xfrm>
            <a:off x="2891614" y="3805535"/>
            <a:ext cx="670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-2π</a:t>
            </a:r>
            <a:endParaRPr lang="en-US" sz="2400" dirty="0"/>
          </a:p>
        </p:txBody>
      </p:sp>
      <p:sp>
        <p:nvSpPr>
          <p:cNvPr id="93" name="TextBox 92"/>
          <p:cNvSpPr txBox="1"/>
          <p:nvPr/>
        </p:nvSpPr>
        <p:spPr>
          <a:xfrm>
            <a:off x="4919106" y="2667000"/>
            <a:ext cx="397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π</a:t>
            </a:r>
            <a:endParaRPr lang="en-US" sz="2400" dirty="0"/>
          </a:p>
        </p:txBody>
      </p:sp>
      <p:sp>
        <p:nvSpPr>
          <p:cNvPr id="94" name="TextBox 93"/>
          <p:cNvSpPr txBox="1"/>
          <p:nvPr/>
        </p:nvSpPr>
        <p:spPr>
          <a:xfrm>
            <a:off x="4883268" y="4344345"/>
            <a:ext cx="499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-π</a:t>
            </a:r>
            <a:endParaRPr lang="en-US" sz="2400" dirty="0"/>
          </a:p>
        </p:txBody>
      </p:sp>
      <p:cxnSp>
        <p:nvCxnSpPr>
          <p:cNvPr id="23" name="Straight Connector 22"/>
          <p:cNvCxnSpPr/>
          <p:nvPr/>
        </p:nvCxnSpPr>
        <p:spPr>
          <a:xfrm rot="10800000">
            <a:off x="5709840" y="3005504"/>
            <a:ext cx="833715" cy="786027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10800000">
            <a:off x="4049553" y="3791531"/>
            <a:ext cx="833715" cy="786027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4846320"/>
            <a:ext cx="118169" cy="21945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5438" y="4889500"/>
            <a:ext cx="164592" cy="164592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4858863"/>
            <a:ext cx="251802" cy="1703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685" y="4855464"/>
            <a:ext cx="260605" cy="1737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4858863"/>
            <a:ext cx="251802" cy="1703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685" y="4855464"/>
            <a:ext cx="260605" cy="173736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rot="5400000">
            <a:off x="6272784" y="3988276"/>
            <a:ext cx="149047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2524538" y="5189220"/>
            <a:ext cx="89611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971800" y="3243834"/>
            <a:ext cx="4045426" cy="2394236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4858863"/>
            <a:ext cx="251802" cy="1703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685" y="4855464"/>
            <a:ext cx="260605" cy="173736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rot="5400000">
            <a:off x="6272784" y="3988276"/>
            <a:ext cx="149047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2524538" y="5189220"/>
            <a:ext cx="89611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971800" y="3243834"/>
            <a:ext cx="4045426" cy="2394236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4818888"/>
            <a:ext cx="268501" cy="1737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781800" y="4690872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4858863"/>
            <a:ext cx="251802" cy="1703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685" y="4855464"/>
            <a:ext cx="260605" cy="173736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rot="5400000">
            <a:off x="6272784" y="3988276"/>
            <a:ext cx="149047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2524538" y="5189220"/>
            <a:ext cx="89611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971800" y="3243834"/>
            <a:ext cx="4045426" cy="2394236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4818888"/>
            <a:ext cx="268501" cy="1737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781800" y="4690872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685" y="4855464"/>
            <a:ext cx="260605" cy="173736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rot="5400000">
            <a:off x="6272784" y="3988276"/>
            <a:ext cx="149047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2524538" y="5189220"/>
            <a:ext cx="89611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971800" y="3243834"/>
            <a:ext cx="4045426" cy="2394236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4818888"/>
            <a:ext cx="268501" cy="1737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4858863"/>
            <a:ext cx="251802" cy="170337"/>
          </a:xfrm>
          <a:prstGeom prst="rect">
            <a:avLst/>
          </a:prstGeom>
        </p:spPr>
      </p:pic>
      <p:cxnSp>
        <p:nvCxnSpPr>
          <p:cNvPr id="40" name="Elbow Connector 39"/>
          <p:cNvCxnSpPr/>
          <p:nvPr/>
        </p:nvCxnSpPr>
        <p:spPr>
          <a:xfrm rot="16200000" flipH="1">
            <a:off x="5004350" y="3071262"/>
            <a:ext cx="1588" cy="4066687"/>
          </a:xfrm>
          <a:prstGeom prst="bentConnector3">
            <a:avLst>
              <a:gd name="adj1" fmla="val 63979849"/>
            </a:avLst>
          </a:prstGeom>
          <a:ln>
            <a:solidFill>
              <a:schemeClr val="bg2">
                <a:lumMod val="50000"/>
                <a:alpha val="5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rot="10800000">
            <a:off x="4727448" y="4910328"/>
            <a:ext cx="2093699" cy="1588"/>
          </a:xfrm>
          <a:prstGeom prst="straightConnector1">
            <a:avLst/>
          </a:prstGeom>
          <a:ln>
            <a:solidFill>
              <a:schemeClr val="bg2">
                <a:lumMod val="50000"/>
                <a:alpha val="5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4828032"/>
            <a:ext cx="260605" cy="17373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2971800" y="3243834"/>
            <a:ext cx="4045426" cy="2394236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0998" y="4838876"/>
            <a:ext cx="251802" cy="170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971800" y="3243834"/>
            <a:ext cx="4045426" cy="2394236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3943382" y="5294376"/>
            <a:ext cx="1106424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6285738" y="3998944"/>
            <a:ext cx="145091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 flipH="1" flipV="1">
            <a:off x="4466844" y="3304826"/>
            <a:ext cx="2574100" cy="2513012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699" y="4818888"/>
            <a:ext cx="268501" cy="17373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4828032"/>
            <a:ext cx="260605" cy="17373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0998" y="4838876"/>
            <a:ext cx="251802" cy="170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971800" y="3243834"/>
            <a:ext cx="4045426" cy="2394236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3943382" y="5294376"/>
            <a:ext cx="1106424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6285738" y="3998944"/>
            <a:ext cx="145091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 flipH="1" flipV="1">
            <a:off x="4466844" y="3304826"/>
            <a:ext cx="2574100" cy="2513012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699" y="4818888"/>
            <a:ext cx="268501" cy="17373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68788" y="4690872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4828032"/>
            <a:ext cx="260605" cy="17373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0998" y="4838876"/>
            <a:ext cx="251802" cy="170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971800" y="3243834"/>
            <a:ext cx="4045426" cy="2394236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98" y="4838876"/>
            <a:ext cx="251802" cy="170337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rot="5400000">
            <a:off x="3943382" y="5294376"/>
            <a:ext cx="1106424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6285738" y="3998944"/>
            <a:ext cx="145091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 flipH="1" flipV="1">
            <a:off x="4466844" y="3304826"/>
            <a:ext cx="2574100" cy="2513012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699" y="4837176"/>
            <a:ext cx="268501" cy="17373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68788" y="4690872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/>
          <p:cNvCxnSpPr/>
          <p:nvPr/>
        </p:nvCxnSpPr>
        <p:spPr>
          <a:xfrm rot="5400000" flipH="1" flipV="1">
            <a:off x="5738449" y="3766565"/>
            <a:ext cx="1699" cy="2486996"/>
          </a:xfrm>
          <a:prstGeom prst="bentConnector3">
            <a:avLst>
              <a:gd name="adj1" fmla="val -65779988"/>
            </a:avLst>
          </a:prstGeom>
          <a:ln>
            <a:solidFill>
              <a:schemeClr val="bg2">
                <a:lumMod val="50000"/>
                <a:alpha val="50000"/>
              </a:schemeClr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rot="10800000">
            <a:off x="4718304" y="4910328"/>
            <a:ext cx="685800" cy="1588"/>
          </a:xfrm>
          <a:prstGeom prst="straightConnector1">
            <a:avLst/>
          </a:prstGeom>
          <a:ln>
            <a:solidFill>
              <a:schemeClr val="bg2">
                <a:lumMod val="50000"/>
                <a:alpha val="50000"/>
              </a:schemeClr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4828032"/>
            <a:ext cx="260605" cy="1737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595" y="4837176"/>
            <a:ext cx="260605" cy="1737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398" y="4838876"/>
            <a:ext cx="251802" cy="17033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rot="5400000" flipH="1" flipV="1">
            <a:off x="4466844" y="3304826"/>
            <a:ext cx="2574100" cy="2513012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595" y="4837176"/>
            <a:ext cx="260605" cy="1737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398" y="4838876"/>
            <a:ext cx="251802" cy="17033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rot="5400000" flipH="1" flipV="1">
            <a:off x="4466844" y="3304826"/>
            <a:ext cx="2574100" cy="2513012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495800" y="4267200"/>
            <a:ext cx="3048000" cy="1597518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4837176"/>
            <a:ext cx="268501" cy="173736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 rot="5400000">
            <a:off x="3943382" y="5294376"/>
            <a:ext cx="1106424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>
            <a:off x="5301599" y="5021977"/>
            <a:ext cx="557784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595" y="4837176"/>
            <a:ext cx="260605" cy="1737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398" y="4838876"/>
            <a:ext cx="251802" cy="17033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rot="5400000" flipH="1" flipV="1">
            <a:off x="4466844" y="3304826"/>
            <a:ext cx="2574100" cy="2513012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495800" y="4267200"/>
            <a:ext cx="3048000" cy="1597518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4837176"/>
            <a:ext cx="268501" cy="173736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 rot="5400000">
            <a:off x="3943382" y="5294376"/>
            <a:ext cx="1106424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>
            <a:off x="5301599" y="5021977"/>
            <a:ext cx="557784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352685" y="4690872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595" y="4837176"/>
            <a:ext cx="260605" cy="1737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398" y="4838876"/>
            <a:ext cx="251802" cy="17033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rot="5400000" flipH="1" flipV="1">
            <a:off x="4466844" y="3304826"/>
            <a:ext cx="2574100" cy="2513012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495800" y="4267200"/>
            <a:ext cx="3048000" cy="1597518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4837176"/>
            <a:ext cx="268501" cy="173736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 rot="5400000">
            <a:off x="3943382" y="5294376"/>
            <a:ext cx="1106424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>
            <a:off x="5301599" y="5021977"/>
            <a:ext cx="557784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352685" y="4690872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rot="10800000">
            <a:off x="4718304" y="4910328"/>
            <a:ext cx="685800" cy="1588"/>
          </a:xfrm>
          <a:prstGeom prst="straightConnector1">
            <a:avLst/>
          </a:prstGeom>
          <a:ln>
            <a:solidFill>
              <a:schemeClr val="bg2">
                <a:lumMod val="50000"/>
                <a:alpha val="50000"/>
              </a:schemeClr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10800000">
            <a:off x="5824728" y="4911917"/>
            <a:ext cx="676656" cy="1588"/>
          </a:xfrm>
          <a:prstGeom prst="straightConnector1">
            <a:avLst/>
          </a:prstGeom>
          <a:ln>
            <a:solidFill>
              <a:schemeClr val="bg2">
                <a:lumMod val="50000"/>
                <a:alpha val="50000"/>
              </a:schemeClr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837176"/>
            <a:ext cx="260605" cy="1737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198" y="4838876"/>
            <a:ext cx="251802" cy="170337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V="1">
            <a:off x="4495800" y="4267200"/>
            <a:ext cx="3048000" cy="1597518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837176"/>
            <a:ext cx="260605" cy="1737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198" y="4838876"/>
            <a:ext cx="251802" cy="170337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V="1">
            <a:off x="4495800" y="4267200"/>
            <a:ext cx="3048000" cy="1597518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6250718" y="4359370"/>
            <a:ext cx="75895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301599" y="5021977"/>
            <a:ext cx="557784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 flipH="1" flipV="1">
            <a:off x="5444060" y="4116325"/>
            <a:ext cx="1320976" cy="1049703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149" y="4093464"/>
            <a:ext cx="268501" cy="173736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 rot="16200000" flipH="1">
            <a:off x="5797296" y="4471416"/>
            <a:ext cx="381794" cy="5805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prstDash val="solid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837176"/>
            <a:ext cx="260605" cy="1737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198" y="4838876"/>
            <a:ext cx="251802" cy="170337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V="1">
            <a:off x="4495800" y="4267200"/>
            <a:ext cx="3048000" cy="1597518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6250718" y="4359370"/>
            <a:ext cx="75895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301599" y="5021977"/>
            <a:ext cx="557784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 flipH="1" flipV="1">
            <a:off x="5444060" y="4116325"/>
            <a:ext cx="1320976" cy="1049703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149" y="4093464"/>
            <a:ext cx="268501" cy="173736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 rot="16200000" flipH="1">
            <a:off x="5797296" y="4471416"/>
            <a:ext cx="381794" cy="5805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prstDash val="solid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4691338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837176"/>
            <a:ext cx="260605" cy="1737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198" y="4838876"/>
            <a:ext cx="251802" cy="170337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V="1">
            <a:off x="4495800" y="4267200"/>
            <a:ext cx="3048000" cy="1597518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6250718" y="4359370"/>
            <a:ext cx="75895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301599" y="5021977"/>
            <a:ext cx="557784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 flipH="1" flipV="1">
            <a:off x="5444060" y="4116325"/>
            <a:ext cx="1320976" cy="1049703"/>
          </a:xfrm>
          <a:prstGeom prst="line">
            <a:avLst/>
          </a:prstGeom>
          <a:ln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149" y="4093464"/>
            <a:ext cx="268501" cy="173736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 rot="16200000" flipH="1">
            <a:off x="5797296" y="4471416"/>
            <a:ext cx="381794" cy="5805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prstDash val="solid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4691338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rot="10800000">
            <a:off x="5733150" y="4911918"/>
            <a:ext cx="820051" cy="1589"/>
          </a:xfrm>
          <a:prstGeom prst="straightConnector1">
            <a:avLst/>
          </a:prstGeom>
          <a:ln>
            <a:solidFill>
              <a:schemeClr val="bg2">
                <a:lumMod val="50000"/>
                <a:alpha val="50000"/>
              </a:schemeClr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16" idx="3"/>
            <a:endCxn id="8" idx="3"/>
          </p:cNvCxnSpPr>
          <p:nvPr/>
        </p:nvCxnSpPr>
        <p:spPr>
          <a:xfrm>
            <a:off x="6001650" y="4180332"/>
            <a:ext cx="812155" cy="743712"/>
          </a:xfrm>
          <a:prstGeom prst="bentConnector3">
            <a:avLst>
              <a:gd name="adj1" fmla="val 128147"/>
            </a:avLst>
          </a:prstGeom>
          <a:ln>
            <a:solidFill>
              <a:schemeClr val="bg2">
                <a:lumMod val="50000"/>
                <a:alpha val="50000"/>
              </a:schemeClr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195" y="4093464"/>
            <a:ext cx="260605" cy="1737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98" y="4838876"/>
            <a:ext cx="251802" cy="17033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rot="5400000" flipH="1" flipV="1">
            <a:off x="5444060" y="4116325"/>
            <a:ext cx="1320976" cy="1049703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H="1">
            <a:off x="5797296" y="4471416"/>
            <a:ext cx="381794" cy="5805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prstDash val="solid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195" y="4093464"/>
            <a:ext cx="260605" cy="1737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98" y="4838876"/>
            <a:ext cx="251802" cy="17033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rot="5400000" flipH="1" flipV="1">
            <a:off x="5444060" y="4116325"/>
            <a:ext cx="1320976" cy="1049703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H="1">
            <a:off x="5797296" y="4471416"/>
            <a:ext cx="381794" cy="5805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prstDash val="solid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5961560" y="4797951"/>
            <a:ext cx="109728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6250718" y="4359370"/>
            <a:ext cx="75895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 flipH="1" flipV="1">
            <a:off x="5896301" y="4104190"/>
            <a:ext cx="858189" cy="611186"/>
          </a:xfrm>
          <a:prstGeom prst="line">
            <a:avLst/>
          </a:prstGeom>
          <a:ln w="2540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105400"/>
            <a:ext cx="268501" cy="173736"/>
          </a:xfrm>
          <a:prstGeom prst="rect">
            <a:avLst/>
          </a:prstGeom>
        </p:spPr>
      </p:pic>
      <p:cxnSp>
        <p:nvCxnSpPr>
          <p:cNvPr id="23" name="Straight Connector 22"/>
          <p:cNvCxnSpPr/>
          <p:nvPr/>
        </p:nvCxnSpPr>
        <p:spPr>
          <a:xfrm rot="16200000" flipV="1">
            <a:off x="6038937" y="4819739"/>
            <a:ext cx="266524" cy="152398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prstDash val="solid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lide_Fi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0"/>
            <a:ext cx="8067676" cy="685800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rot="5400000">
            <a:off x="2894806" y="47244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6936582" y="47236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195" y="4093464"/>
            <a:ext cx="260605" cy="1737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98" y="4838876"/>
            <a:ext cx="251802" cy="17033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rot="5400000" flipH="1" flipV="1">
            <a:off x="5444060" y="4116325"/>
            <a:ext cx="1320976" cy="1049703"/>
          </a:xfrm>
          <a:prstGeom prst="line">
            <a:avLst/>
          </a:prstGeom>
          <a:ln>
            <a:solidFill>
              <a:srgbClr val="0000FF">
                <a:alpha val="3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H="1">
            <a:off x="5797296" y="4471416"/>
            <a:ext cx="381794" cy="5805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prstDash val="solid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5961560" y="4797951"/>
            <a:ext cx="109728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6250718" y="4359370"/>
            <a:ext cx="758952" cy="1588"/>
          </a:xfrm>
          <a:prstGeom prst="line">
            <a:avLst/>
          </a:prstGeom>
          <a:ln w="31750">
            <a:solidFill>
              <a:schemeClr val="tx1">
                <a:alpha val="3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 flipH="1" flipV="1">
            <a:off x="5896301" y="4104190"/>
            <a:ext cx="858189" cy="611186"/>
          </a:xfrm>
          <a:prstGeom prst="line">
            <a:avLst/>
          </a:prstGeom>
          <a:ln w="2540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105400"/>
            <a:ext cx="268501" cy="173736"/>
          </a:xfrm>
          <a:prstGeom prst="rect">
            <a:avLst/>
          </a:prstGeom>
        </p:spPr>
      </p:pic>
      <p:cxnSp>
        <p:nvCxnSpPr>
          <p:cNvPr id="23" name="Straight Connector 22"/>
          <p:cNvCxnSpPr/>
          <p:nvPr/>
        </p:nvCxnSpPr>
        <p:spPr>
          <a:xfrm rot="16200000" flipV="1">
            <a:off x="6038937" y="4819739"/>
            <a:ext cx="266524" cy="152398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prstDash val="solid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791202" y="469392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505200" y="3505200"/>
            <a:ext cx="457200" cy="9144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6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441700"/>
            <a:ext cx="1600200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3802</TotalTime>
  <Words>226</Words>
  <Application>Microsoft Macintosh PowerPoint</Application>
  <PresentationFormat>On-screen Show (4:3)</PresentationFormat>
  <Paragraphs>139</Paragraphs>
  <Slides>51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UCI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geoffrey</dc:creator>
  <cp:lastModifiedBy>geoffrey</cp:lastModifiedBy>
  <cp:revision>19</cp:revision>
  <dcterms:created xsi:type="dcterms:W3CDTF">2015-09-15T21:39:01Z</dcterms:created>
  <dcterms:modified xsi:type="dcterms:W3CDTF">2015-09-16T02:04:47Z</dcterms:modified>
</cp:coreProperties>
</file>