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Default Extension="png" ContentType="image/png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 horzBarState="maximized">
    <p:restoredLeft sz="15620"/>
    <p:restoredTop sz="94660"/>
  </p:normalViewPr>
  <p:slideViewPr>
    <p:cSldViewPr snapToObjects="1">
      <p:cViewPr varScale="1">
        <p:scale>
          <a:sx n="161" d="100"/>
          <a:sy n="161" d="100"/>
        </p:scale>
        <p:origin x="-9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3EE74-8D4D-9D43-B97A-34D2A4FACA3E}" type="datetimeFigureOut">
              <a:rPr lang="en-US" smtClean="0"/>
              <a:pPr/>
              <a:t>11/6/14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F70B3-91FF-1D4E-BF24-6A59311272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st_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17" y="0"/>
            <a:ext cx="6906183" cy="68580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rot="5400000" flipH="1" flipV="1">
            <a:off x="2819400" y="1600200"/>
            <a:ext cx="3581400" cy="3581400"/>
          </a:xfrm>
          <a:prstGeom prst="line">
            <a:avLst/>
          </a:prstGeom>
          <a:ln w="539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 flipH="1" flipV="1">
            <a:off x="1043146" y="3409982"/>
            <a:ext cx="3544824" cy="1588"/>
          </a:xfrm>
          <a:prstGeom prst="line">
            <a:avLst/>
          </a:prstGeom>
          <a:ln w="53975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20195" y="1636776"/>
            <a:ext cx="3580605" cy="794"/>
          </a:xfrm>
          <a:prstGeom prst="line">
            <a:avLst/>
          </a:prstGeom>
          <a:ln w="53975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 flipH="1" flipV="1">
            <a:off x="4617720" y="3418332"/>
            <a:ext cx="3520440" cy="0"/>
          </a:xfrm>
          <a:prstGeom prst="line">
            <a:avLst/>
          </a:prstGeom>
          <a:ln w="53975">
            <a:solidFill>
              <a:srgbClr val="FF0000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2819400" y="5180806"/>
            <a:ext cx="3580605" cy="794"/>
          </a:xfrm>
          <a:prstGeom prst="line">
            <a:avLst/>
          </a:prstGeom>
          <a:ln w="53975">
            <a:solidFill>
              <a:srgbClr val="FF0000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75691" y="1610380"/>
            <a:ext cx="577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C</a:t>
            </a:r>
            <a:r>
              <a:rPr lang="en-US" sz="2800" b="1" baseline="-25000" dirty="0" smtClean="0">
                <a:solidFill>
                  <a:srgbClr val="0000FF"/>
                </a:solidFill>
              </a:rPr>
              <a:t>1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62400" y="3058180"/>
            <a:ext cx="577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</a:t>
            </a:r>
            <a:r>
              <a:rPr lang="en-US" sz="2800" b="1" baseline="-25000" dirty="0"/>
              <a:t>2</a:t>
            </a:r>
            <a:endParaRPr lang="en-US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791200" y="4658380"/>
            <a:ext cx="57710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</a:t>
            </a:r>
            <a:r>
              <a:rPr lang="en-US" sz="2800" b="1" baseline="-25000" dirty="0">
                <a:solidFill>
                  <a:srgbClr val="FF0000"/>
                </a:solidFill>
              </a:rPr>
              <a:t>3</a:t>
            </a:r>
            <a:endParaRPr lang="en-US" sz="2800" b="1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191000" y="1627632"/>
            <a:ext cx="272309" cy="1588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756891" y="5180012"/>
            <a:ext cx="272309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 flipH="1" flipV="1">
            <a:off x="6263640" y="3624590"/>
            <a:ext cx="216832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2710190" y="3165802"/>
            <a:ext cx="216832" cy="1588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 flipH="1" flipV="1">
            <a:off x="4523813" y="3204878"/>
            <a:ext cx="281264" cy="272309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2704306" y="3086100"/>
            <a:ext cx="3430588" cy="1588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200400" y="4191000"/>
            <a:ext cx="2895600" cy="1588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3455720" y="3208120"/>
            <a:ext cx="2183080" cy="174488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onut 10"/>
          <p:cNvSpPr/>
          <p:nvPr/>
        </p:nvSpPr>
        <p:spPr>
          <a:xfrm rot="19674705">
            <a:off x="3280406" y="2105834"/>
            <a:ext cx="2295182" cy="533400"/>
          </a:xfrm>
          <a:prstGeom prst="donut">
            <a:avLst>
              <a:gd name="adj" fmla="val 2695"/>
            </a:avLst>
          </a:prstGeom>
          <a:ln w="63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399478" y="1761641"/>
            <a:ext cx="10722" cy="2441043"/>
          </a:xfrm>
          <a:prstGeom prst="line">
            <a:avLst/>
          </a:prstGeom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2"/>
          </p:cNvCxnSpPr>
          <p:nvPr/>
        </p:nvCxnSpPr>
        <p:spPr>
          <a:xfrm rot="10800000" flipH="1" flipV="1">
            <a:off x="3455721" y="2982163"/>
            <a:ext cx="1" cy="1210424"/>
          </a:xfrm>
          <a:prstGeom prst="line">
            <a:avLst/>
          </a:prstGeom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lock Arc 26"/>
          <p:cNvSpPr/>
          <p:nvPr/>
        </p:nvSpPr>
        <p:spPr>
          <a:xfrm rot="10800000">
            <a:off x="3446587" y="3924300"/>
            <a:ext cx="1963613" cy="495300"/>
          </a:xfrm>
          <a:prstGeom prst="blockArc">
            <a:avLst>
              <a:gd name="adj1" fmla="val 10800000"/>
              <a:gd name="adj2" fmla="val 21536322"/>
              <a:gd name="adj3" fmla="val 3426"/>
            </a:avLst>
          </a:prstGeom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lock Arc 31"/>
          <p:cNvSpPr/>
          <p:nvPr/>
        </p:nvSpPr>
        <p:spPr>
          <a:xfrm>
            <a:off x="3457309" y="3924300"/>
            <a:ext cx="1963613" cy="495300"/>
          </a:xfrm>
          <a:prstGeom prst="blockArc">
            <a:avLst>
              <a:gd name="adj1" fmla="val 10800000"/>
              <a:gd name="adj2" fmla="val 21536322"/>
              <a:gd name="adj3" fmla="val 3426"/>
            </a:avLst>
          </a:prstGeom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3</Words>
  <Application>Microsoft Macintosh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UCI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geoffrey</dc:creator>
  <cp:lastModifiedBy>geoffrey</cp:lastModifiedBy>
  <cp:revision>2</cp:revision>
  <dcterms:created xsi:type="dcterms:W3CDTF">2014-11-06T13:02:55Z</dcterms:created>
  <dcterms:modified xsi:type="dcterms:W3CDTF">2014-11-06T17:03:08Z</dcterms:modified>
</cp:coreProperties>
</file>